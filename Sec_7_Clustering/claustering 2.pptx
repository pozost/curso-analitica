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jlTNzpO3H9hLPMCyoYcxYQgmoS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ed3e84c563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ed3e84c563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4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4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5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5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6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atagenetics.com/blog/may12017/index.html" TargetMode="External"/><Relationship Id="rId4" Type="http://schemas.openxmlformats.org/officeDocument/2006/relationships/image" Target="../media/image7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defenders.org/elephant/basic-facts" TargetMode="External"/><Relationship Id="rId4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jpg"/><Relationship Id="rId4" Type="http://schemas.openxmlformats.org/officeDocument/2006/relationships/hyperlink" Target="http://www.flickr.com/photos/dbarefoot/420194128/" TargetMode="External"/><Relationship Id="rId9" Type="http://schemas.openxmlformats.org/officeDocument/2006/relationships/image" Target="../media/image39.jpg"/><Relationship Id="rId5" Type="http://schemas.openxmlformats.org/officeDocument/2006/relationships/hyperlink" Target="http://www.flickr.com/photos/dbarefoot/420194128/" TargetMode="External"/><Relationship Id="rId6" Type="http://schemas.openxmlformats.org/officeDocument/2006/relationships/hyperlink" Target="http://www.flickr.com/photos/dbarefoot/420194128/" TargetMode="External"/><Relationship Id="rId7" Type="http://schemas.openxmlformats.org/officeDocument/2006/relationships/hyperlink" Target="http://letsgowarriors.com/replacing-jarrett-jack/2013/10/04/" TargetMode="External"/><Relationship Id="rId8" Type="http://schemas.openxmlformats.org/officeDocument/2006/relationships/hyperlink" Target="http://www.dbs.informatik.uni-muenchen.de/Forschung/KDD/Clusterin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9.png"/><Relationship Id="rId22" Type="http://schemas.openxmlformats.org/officeDocument/2006/relationships/image" Target="../media/image30.png"/><Relationship Id="rId21" Type="http://schemas.openxmlformats.org/officeDocument/2006/relationships/image" Target="../media/image26.png"/><Relationship Id="rId24" Type="http://schemas.openxmlformats.org/officeDocument/2006/relationships/image" Target="../media/image41.png"/><Relationship Id="rId23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26" Type="http://schemas.openxmlformats.org/officeDocument/2006/relationships/image" Target="../media/image35.png"/><Relationship Id="rId25" Type="http://schemas.openxmlformats.org/officeDocument/2006/relationships/image" Target="../media/image32.png"/><Relationship Id="rId28" Type="http://schemas.openxmlformats.org/officeDocument/2006/relationships/image" Target="../media/image250.png"/><Relationship Id="rId27" Type="http://schemas.openxmlformats.org/officeDocument/2006/relationships/image" Target="../media/image71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Relationship Id="rId7" Type="http://schemas.openxmlformats.org/officeDocument/2006/relationships/image" Target="../media/image47.png"/><Relationship Id="rId8" Type="http://schemas.openxmlformats.org/officeDocument/2006/relationships/image" Target="../media/image62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3" Type="http://schemas.openxmlformats.org/officeDocument/2006/relationships/image" Target="../media/image38.png"/><Relationship Id="rId12" Type="http://schemas.openxmlformats.org/officeDocument/2006/relationships/image" Target="../media/image16.png"/><Relationship Id="rId15" Type="http://schemas.openxmlformats.org/officeDocument/2006/relationships/image" Target="../media/image21.png"/><Relationship Id="rId14" Type="http://schemas.openxmlformats.org/officeDocument/2006/relationships/image" Target="../media/image19.png"/><Relationship Id="rId17" Type="http://schemas.openxmlformats.org/officeDocument/2006/relationships/image" Target="../media/image22.png"/><Relationship Id="rId16" Type="http://schemas.openxmlformats.org/officeDocument/2006/relationships/image" Target="../media/image51.png"/><Relationship Id="rId19" Type="http://schemas.openxmlformats.org/officeDocument/2006/relationships/image" Target="../media/image53.png"/><Relationship Id="rId18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.png"/><Relationship Id="rId22" Type="http://schemas.openxmlformats.org/officeDocument/2006/relationships/image" Target="../media/image66.png"/><Relationship Id="rId21" Type="http://schemas.openxmlformats.org/officeDocument/2006/relationships/image" Target="../media/image56.png"/><Relationship Id="rId24" Type="http://schemas.openxmlformats.org/officeDocument/2006/relationships/image" Target="../media/image65.png"/><Relationship Id="rId23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26" Type="http://schemas.openxmlformats.org/officeDocument/2006/relationships/image" Target="../media/image250.png"/><Relationship Id="rId25" Type="http://schemas.openxmlformats.org/officeDocument/2006/relationships/image" Target="../media/image130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Relationship Id="rId7" Type="http://schemas.openxmlformats.org/officeDocument/2006/relationships/image" Target="../media/image47.png"/><Relationship Id="rId8" Type="http://schemas.openxmlformats.org/officeDocument/2006/relationships/image" Target="../media/image62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3" Type="http://schemas.openxmlformats.org/officeDocument/2006/relationships/image" Target="../media/image38.png"/><Relationship Id="rId12" Type="http://schemas.openxmlformats.org/officeDocument/2006/relationships/image" Target="../media/image16.png"/><Relationship Id="rId15" Type="http://schemas.openxmlformats.org/officeDocument/2006/relationships/image" Target="../media/image52.png"/><Relationship Id="rId14" Type="http://schemas.openxmlformats.org/officeDocument/2006/relationships/image" Target="../media/image19.png"/><Relationship Id="rId17" Type="http://schemas.openxmlformats.org/officeDocument/2006/relationships/image" Target="../media/image55.png"/><Relationship Id="rId16" Type="http://schemas.openxmlformats.org/officeDocument/2006/relationships/image" Target="../media/image54.png"/><Relationship Id="rId19" Type="http://schemas.openxmlformats.org/officeDocument/2006/relationships/image" Target="../media/image26.png"/><Relationship Id="rId18" Type="http://schemas.openxmlformats.org/officeDocument/2006/relationships/image" Target="../media/image109.png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83.png"/><Relationship Id="rId22" Type="http://schemas.openxmlformats.org/officeDocument/2006/relationships/image" Target="../media/image84.png"/><Relationship Id="rId21" Type="http://schemas.openxmlformats.org/officeDocument/2006/relationships/image" Target="../media/image90.png"/><Relationship Id="rId23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20.png"/><Relationship Id="rId5" Type="http://schemas.openxmlformats.org/officeDocument/2006/relationships/image" Target="../media/image31.png"/><Relationship Id="rId6" Type="http://schemas.openxmlformats.org/officeDocument/2006/relationships/image" Target="../media/image62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Relationship Id="rId11" Type="http://schemas.openxmlformats.org/officeDocument/2006/relationships/image" Target="../media/image38.png"/><Relationship Id="rId10" Type="http://schemas.openxmlformats.org/officeDocument/2006/relationships/image" Target="../media/image16.png"/><Relationship Id="rId13" Type="http://schemas.openxmlformats.org/officeDocument/2006/relationships/image" Target="../media/image75.png"/><Relationship Id="rId12" Type="http://schemas.openxmlformats.org/officeDocument/2006/relationships/image" Target="../media/image19.png"/><Relationship Id="rId15" Type="http://schemas.openxmlformats.org/officeDocument/2006/relationships/image" Target="../media/image79.png"/><Relationship Id="rId14" Type="http://schemas.openxmlformats.org/officeDocument/2006/relationships/image" Target="../media/image81.png"/><Relationship Id="rId17" Type="http://schemas.openxmlformats.org/officeDocument/2006/relationships/image" Target="../media/image26.png"/><Relationship Id="rId16" Type="http://schemas.openxmlformats.org/officeDocument/2006/relationships/image" Target="../media/image109.png"/><Relationship Id="rId19" Type="http://schemas.openxmlformats.org/officeDocument/2006/relationships/image" Target="../media/image85.png"/><Relationship Id="rId18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83.png"/><Relationship Id="rId22" Type="http://schemas.openxmlformats.org/officeDocument/2006/relationships/image" Target="../media/image84.png"/><Relationship Id="rId21" Type="http://schemas.openxmlformats.org/officeDocument/2006/relationships/image" Target="../media/image90.png"/><Relationship Id="rId23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20.png"/><Relationship Id="rId5" Type="http://schemas.openxmlformats.org/officeDocument/2006/relationships/image" Target="../media/image31.png"/><Relationship Id="rId6" Type="http://schemas.openxmlformats.org/officeDocument/2006/relationships/image" Target="../media/image62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Relationship Id="rId11" Type="http://schemas.openxmlformats.org/officeDocument/2006/relationships/image" Target="../media/image38.png"/><Relationship Id="rId10" Type="http://schemas.openxmlformats.org/officeDocument/2006/relationships/image" Target="../media/image16.png"/><Relationship Id="rId13" Type="http://schemas.openxmlformats.org/officeDocument/2006/relationships/image" Target="../media/image75.png"/><Relationship Id="rId12" Type="http://schemas.openxmlformats.org/officeDocument/2006/relationships/image" Target="../media/image19.png"/><Relationship Id="rId15" Type="http://schemas.openxmlformats.org/officeDocument/2006/relationships/image" Target="../media/image79.png"/><Relationship Id="rId14" Type="http://schemas.openxmlformats.org/officeDocument/2006/relationships/image" Target="../media/image81.png"/><Relationship Id="rId17" Type="http://schemas.openxmlformats.org/officeDocument/2006/relationships/image" Target="../media/image26.png"/><Relationship Id="rId16" Type="http://schemas.openxmlformats.org/officeDocument/2006/relationships/image" Target="../media/image109.png"/><Relationship Id="rId19" Type="http://schemas.openxmlformats.org/officeDocument/2006/relationships/image" Target="../media/image85.png"/><Relationship Id="rId18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3.png"/><Relationship Id="rId4" Type="http://schemas.openxmlformats.org/officeDocument/2006/relationships/image" Target="../media/image160.png"/><Relationship Id="rId9" Type="http://schemas.openxmlformats.org/officeDocument/2006/relationships/image" Target="../media/image120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8.png"/><Relationship Id="rId8" Type="http://schemas.openxmlformats.org/officeDocument/2006/relationships/image" Target="../media/image127.png"/><Relationship Id="rId10" Type="http://schemas.openxmlformats.org/officeDocument/2006/relationships/image" Target="../media/image1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4.png"/><Relationship Id="rId4" Type="http://schemas.openxmlformats.org/officeDocument/2006/relationships/image" Target="../media/image118.png"/><Relationship Id="rId9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31.png"/><Relationship Id="rId7" Type="http://schemas.openxmlformats.org/officeDocument/2006/relationships/image" Target="../media/image136.png"/><Relationship Id="rId8" Type="http://schemas.openxmlformats.org/officeDocument/2006/relationships/image" Target="../media/image1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4.png"/><Relationship Id="rId4" Type="http://schemas.openxmlformats.org/officeDocument/2006/relationships/image" Target="../media/image127.png"/><Relationship Id="rId9" Type="http://schemas.openxmlformats.org/officeDocument/2006/relationships/image" Target="../media/image126.png"/><Relationship Id="rId5" Type="http://schemas.openxmlformats.org/officeDocument/2006/relationships/image" Target="../media/image131.png"/><Relationship Id="rId6" Type="http://schemas.openxmlformats.org/officeDocument/2006/relationships/image" Target="../media/image133.png"/><Relationship Id="rId7" Type="http://schemas.openxmlformats.org/officeDocument/2006/relationships/image" Target="../media/image169.png"/><Relationship Id="rId8" Type="http://schemas.openxmlformats.org/officeDocument/2006/relationships/image" Target="../media/image1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9" Type="http://schemas.openxmlformats.org/officeDocument/2006/relationships/image" Target="../media/image126.png"/><Relationship Id="rId5" Type="http://schemas.openxmlformats.org/officeDocument/2006/relationships/image" Target="../media/image118.png"/><Relationship Id="rId6" Type="http://schemas.openxmlformats.org/officeDocument/2006/relationships/image" Target="../media/image148.png"/><Relationship Id="rId7" Type="http://schemas.openxmlformats.org/officeDocument/2006/relationships/image" Target="../media/image127.png"/><Relationship Id="rId8" Type="http://schemas.openxmlformats.org/officeDocument/2006/relationships/image" Target="../media/image1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3.png"/><Relationship Id="rId4" Type="http://schemas.openxmlformats.org/officeDocument/2006/relationships/image" Target="../media/image158.png"/><Relationship Id="rId9" Type="http://schemas.openxmlformats.org/officeDocument/2006/relationships/image" Target="../media/image114.png"/><Relationship Id="rId5" Type="http://schemas.openxmlformats.org/officeDocument/2006/relationships/image" Target="../media/image152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Relationship Id="rId8" Type="http://schemas.openxmlformats.org/officeDocument/2006/relationships/image" Target="../media/image115.png"/><Relationship Id="rId11" Type="http://schemas.openxmlformats.org/officeDocument/2006/relationships/image" Target="../media/image127.png"/><Relationship Id="rId10" Type="http://schemas.openxmlformats.org/officeDocument/2006/relationships/image" Target="../media/image118.png"/><Relationship Id="rId13" Type="http://schemas.openxmlformats.org/officeDocument/2006/relationships/image" Target="../media/image126.png"/><Relationship Id="rId12" Type="http://schemas.openxmlformats.org/officeDocument/2006/relationships/image" Target="../media/image1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9" Type="http://schemas.openxmlformats.org/officeDocument/2006/relationships/image" Target="../media/image126.png"/><Relationship Id="rId5" Type="http://schemas.openxmlformats.org/officeDocument/2006/relationships/image" Target="../media/image118.png"/><Relationship Id="rId6" Type="http://schemas.openxmlformats.org/officeDocument/2006/relationships/image" Target="../media/image178.png"/><Relationship Id="rId7" Type="http://schemas.openxmlformats.org/officeDocument/2006/relationships/image" Target="../media/image127.png"/><Relationship Id="rId8" Type="http://schemas.openxmlformats.org/officeDocument/2006/relationships/image" Target="../media/image1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3.png"/><Relationship Id="rId4" Type="http://schemas.openxmlformats.org/officeDocument/2006/relationships/image" Target="../media/image158.png"/><Relationship Id="rId9" Type="http://schemas.openxmlformats.org/officeDocument/2006/relationships/image" Target="../media/image155.png"/><Relationship Id="rId5" Type="http://schemas.openxmlformats.org/officeDocument/2006/relationships/image" Target="../media/image152.png"/><Relationship Id="rId6" Type="http://schemas.openxmlformats.org/officeDocument/2006/relationships/image" Target="../media/image114.png"/><Relationship Id="rId7" Type="http://schemas.openxmlformats.org/officeDocument/2006/relationships/image" Target="../media/image118.png"/><Relationship Id="rId8" Type="http://schemas.openxmlformats.org/officeDocument/2006/relationships/image" Target="../media/image127.png"/><Relationship Id="rId11" Type="http://schemas.openxmlformats.org/officeDocument/2006/relationships/image" Target="../media/image133.png"/><Relationship Id="rId10" Type="http://schemas.openxmlformats.org/officeDocument/2006/relationships/image" Target="../media/image154.png"/><Relationship Id="rId13" Type="http://schemas.openxmlformats.org/officeDocument/2006/relationships/image" Target="../media/image185.png"/><Relationship Id="rId12" Type="http://schemas.openxmlformats.org/officeDocument/2006/relationships/image" Target="../media/image1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3.png"/><Relationship Id="rId4" Type="http://schemas.openxmlformats.org/officeDocument/2006/relationships/image" Target="../media/image158.png"/><Relationship Id="rId9" Type="http://schemas.openxmlformats.org/officeDocument/2006/relationships/image" Target="../media/image127.png"/><Relationship Id="rId5" Type="http://schemas.openxmlformats.org/officeDocument/2006/relationships/image" Target="../media/image152.png"/><Relationship Id="rId6" Type="http://schemas.openxmlformats.org/officeDocument/2006/relationships/image" Target="../media/image114.png"/><Relationship Id="rId7" Type="http://schemas.openxmlformats.org/officeDocument/2006/relationships/image" Target="../media/image154.png"/><Relationship Id="rId8" Type="http://schemas.openxmlformats.org/officeDocument/2006/relationships/image" Target="../media/image155.png"/><Relationship Id="rId11" Type="http://schemas.openxmlformats.org/officeDocument/2006/relationships/image" Target="../media/image126.png"/><Relationship Id="rId10" Type="http://schemas.openxmlformats.org/officeDocument/2006/relationships/image" Target="../media/image131.png"/><Relationship Id="rId13" Type="http://schemas.openxmlformats.org/officeDocument/2006/relationships/image" Target="../media/image309.png"/><Relationship Id="rId12" Type="http://schemas.openxmlformats.org/officeDocument/2006/relationships/image" Target="../media/image118.png"/><Relationship Id="rId15" Type="http://schemas.openxmlformats.org/officeDocument/2006/relationships/image" Target="../media/image115.png"/><Relationship Id="rId14" Type="http://schemas.openxmlformats.org/officeDocument/2006/relationships/image" Target="../media/image1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7.png"/><Relationship Id="rId4" Type="http://schemas.openxmlformats.org/officeDocument/2006/relationships/image" Target="../media/image158.png"/><Relationship Id="rId9" Type="http://schemas.openxmlformats.org/officeDocument/2006/relationships/image" Target="../media/image225.png"/><Relationship Id="rId5" Type="http://schemas.openxmlformats.org/officeDocument/2006/relationships/image" Target="../media/image152.png"/><Relationship Id="rId6" Type="http://schemas.openxmlformats.org/officeDocument/2006/relationships/image" Target="../media/image114.png"/><Relationship Id="rId7" Type="http://schemas.openxmlformats.org/officeDocument/2006/relationships/image" Target="../media/image118.png"/><Relationship Id="rId8" Type="http://schemas.openxmlformats.org/officeDocument/2006/relationships/image" Target="../media/image154.png"/><Relationship Id="rId11" Type="http://schemas.openxmlformats.org/officeDocument/2006/relationships/image" Target="../media/image212.png"/><Relationship Id="rId10" Type="http://schemas.openxmlformats.org/officeDocument/2006/relationships/image" Target="../media/image115.png"/><Relationship Id="rId13" Type="http://schemas.openxmlformats.org/officeDocument/2006/relationships/image" Target="../media/image133.png"/><Relationship Id="rId12" Type="http://schemas.openxmlformats.org/officeDocument/2006/relationships/image" Target="../media/image127.png"/><Relationship Id="rId14" Type="http://schemas.openxmlformats.org/officeDocument/2006/relationships/image" Target="../media/image1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7.png"/><Relationship Id="rId4" Type="http://schemas.openxmlformats.org/officeDocument/2006/relationships/image" Target="../media/image158.png"/><Relationship Id="rId9" Type="http://schemas.openxmlformats.org/officeDocument/2006/relationships/image" Target="../media/image131.png"/><Relationship Id="rId5" Type="http://schemas.openxmlformats.org/officeDocument/2006/relationships/image" Target="../media/image152.png"/><Relationship Id="rId6" Type="http://schemas.openxmlformats.org/officeDocument/2006/relationships/image" Target="../media/image212.png"/><Relationship Id="rId7" Type="http://schemas.openxmlformats.org/officeDocument/2006/relationships/image" Target="../media/image154.png"/><Relationship Id="rId8" Type="http://schemas.openxmlformats.org/officeDocument/2006/relationships/image" Target="../media/image127.png"/><Relationship Id="rId11" Type="http://schemas.openxmlformats.org/officeDocument/2006/relationships/image" Target="../media/image230.png"/><Relationship Id="rId10" Type="http://schemas.openxmlformats.org/officeDocument/2006/relationships/image" Target="../media/image155.png"/><Relationship Id="rId13" Type="http://schemas.openxmlformats.org/officeDocument/2006/relationships/image" Target="../media/image133.png"/><Relationship Id="rId12" Type="http://schemas.openxmlformats.org/officeDocument/2006/relationships/image" Target="../media/image246.png"/><Relationship Id="rId15" Type="http://schemas.openxmlformats.org/officeDocument/2006/relationships/image" Target="../media/image115.png"/><Relationship Id="rId14" Type="http://schemas.openxmlformats.org/officeDocument/2006/relationships/image" Target="../media/image1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7.png"/><Relationship Id="rId4" Type="http://schemas.openxmlformats.org/officeDocument/2006/relationships/image" Target="../media/image127.png"/><Relationship Id="rId9" Type="http://schemas.openxmlformats.org/officeDocument/2006/relationships/image" Target="../media/image118.png"/><Relationship Id="rId5" Type="http://schemas.openxmlformats.org/officeDocument/2006/relationships/image" Target="../media/image154.png"/><Relationship Id="rId6" Type="http://schemas.openxmlformats.org/officeDocument/2006/relationships/image" Target="../media/image238.png"/><Relationship Id="rId7" Type="http://schemas.openxmlformats.org/officeDocument/2006/relationships/image" Target="../media/image212.png"/><Relationship Id="rId8" Type="http://schemas.openxmlformats.org/officeDocument/2006/relationships/image" Target="../media/image114.png"/><Relationship Id="rId11" Type="http://schemas.openxmlformats.org/officeDocument/2006/relationships/image" Target="../media/image230.png"/><Relationship Id="rId10" Type="http://schemas.openxmlformats.org/officeDocument/2006/relationships/image" Target="../media/image155.png"/><Relationship Id="rId13" Type="http://schemas.openxmlformats.org/officeDocument/2006/relationships/image" Target="../media/image115.png"/><Relationship Id="rId12" Type="http://schemas.openxmlformats.org/officeDocument/2006/relationships/image" Target="../media/image1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7.png"/><Relationship Id="rId4" Type="http://schemas.openxmlformats.org/officeDocument/2006/relationships/image" Target="../media/image158.png"/><Relationship Id="rId9" Type="http://schemas.openxmlformats.org/officeDocument/2006/relationships/image" Target="../media/image118.png"/><Relationship Id="rId5" Type="http://schemas.openxmlformats.org/officeDocument/2006/relationships/image" Target="../media/image152.png"/><Relationship Id="rId6" Type="http://schemas.openxmlformats.org/officeDocument/2006/relationships/image" Target="../media/image212.png"/><Relationship Id="rId7" Type="http://schemas.openxmlformats.org/officeDocument/2006/relationships/image" Target="../media/image154.png"/><Relationship Id="rId8" Type="http://schemas.openxmlformats.org/officeDocument/2006/relationships/image" Target="../media/image114.png"/><Relationship Id="rId11" Type="http://schemas.openxmlformats.org/officeDocument/2006/relationships/image" Target="../media/image155.png"/><Relationship Id="rId10" Type="http://schemas.openxmlformats.org/officeDocument/2006/relationships/image" Target="../media/image127.png"/><Relationship Id="rId13" Type="http://schemas.openxmlformats.org/officeDocument/2006/relationships/image" Target="../media/image133.png"/><Relationship Id="rId12" Type="http://schemas.openxmlformats.org/officeDocument/2006/relationships/image" Target="../media/image230.png"/><Relationship Id="rId15" Type="http://schemas.openxmlformats.org/officeDocument/2006/relationships/image" Target="../media/image115.png"/><Relationship Id="rId14" Type="http://schemas.openxmlformats.org/officeDocument/2006/relationships/image" Target="../media/image26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0.png"/><Relationship Id="rId4" Type="http://schemas.openxmlformats.org/officeDocument/2006/relationships/hyperlink" Target="https://dashee87.github.io/data%20science/general/Clustering-with-Scikit-with-GIFs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7.png"/><Relationship Id="rId4" Type="http://schemas.openxmlformats.org/officeDocument/2006/relationships/image" Target="../media/image28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3.png"/><Relationship Id="rId22" Type="http://schemas.openxmlformats.org/officeDocument/2006/relationships/image" Target="../media/image287.png"/><Relationship Id="rId21" Type="http://schemas.openxmlformats.org/officeDocument/2006/relationships/image" Target="../media/image295.png"/><Relationship Id="rId24" Type="http://schemas.openxmlformats.org/officeDocument/2006/relationships/image" Target="../media/image284.png"/><Relationship Id="rId23" Type="http://schemas.openxmlformats.org/officeDocument/2006/relationships/image" Target="../media/image28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3.png"/><Relationship Id="rId4" Type="http://schemas.openxmlformats.org/officeDocument/2006/relationships/image" Target="../media/image270.png"/><Relationship Id="rId9" Type="http://schemas.openxmlformats.org/officeDocument/2006/relationships/image" Target="../media/image269.png"/><Relationship Id="rId26" Type="http://schemas.openxmlformats.org/officeDocument/2006/relationships/image" Target="../media/image291.png"/><Relationship Id="rId25" Type="http://schemas.openxmlformats.org/officeDocument/2006/relationships/image" Target="../media/image317.png"/><Relationship Id="rId27" Type="http://schemas.openxmlformats.org/officeDocument/2006/relationships/image" Target="../media/image289.png"/><Relationship Id="rId5" Type="http://schemas.openxmlformats.org/officeDocument/2006/relationships/image" Target="../media/image330.png"/><Relationship Id="rId6" Type="http://schemas.openxmlformats.org/officeDocument/2006/relationships/image" Target="../media/image275.png"/><Relationship Id="rId7" Type="http://schemas.openxmlformats.org/officeDocument/2006/relationships/image" Target="../media/image281.png"/><Relationship Id="rId8" Type="http://schemas.openxmlformats.org/officeDocument/2006/relationships/image" Target="../media/image271.png"/><Relationship Id="rId11" Type="http://schemas.openxmlformats.org/officeDocument/2006/relationships/image" Target="../media/image282.png"/><Relationship Id="rId10" Type="http://schemas.openxmlformats.org/officeDocument/2006/relationships/image" Target="../media/image279.png"/><Relationship Id="rId13" Type="http://schemas.openxmlformats.org/officeDocument/2006/relationships/image" Target="../media/image274.png"/><Relationship Id="rId12" Type="http://schemas.openxmlformats.org/officeDocument/2006/relationships/image" Target="../media/image276.png"/><Relationship Id="rId15" Type="http://schemas.openxmlformats.org/officeDocument/2006/relationships/image" Target="../media/image351.png"/><Relationship Id="rId14" Type="http://schemas.openxmlformats.org/officeDocument/2006/relationships/image" Target="../media/image278.png"/><Relationship Id="rId17" Type="http://schemas.openxmlformats.org/officeDocument/2006/relationships/image" Target="../media/image283.png"/><Relationship Id="rId16" Type="http://schemas.openxmlformats.org/officeDocument/2006/relationships/image" Target="../media/image277.png"/><Relationship Id="rId19" Type="http://schemas.openxmlformats.org/officeDocument/2006/relationships/image" Target="../media/image292.png"/><Relationship Id="rId18" Type="http://schemas.openxmlformats.org/officeDocument/2006/relationships/image" Target="../media/image28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4.png"/><Relationship Id="rId4" Type="http://schemas.openxmlformats.org/officeDocument/2006/relationships/image" Target="../media/image290.png"/><Relationship Id="rId9" Type="http://schemas.openxmlformats.org/officeDocument/2006/relationships/image" Target="../media/image298.png"/><Relationship Id="rId5" Type="http://schemas.openxmlformats.org/officeDocument/2006/relationships/image" Target="../media/image296.png"/><Relationship Id="rId6" Type="http://schemas.openxmlformats.org/officeDocument/2006/relationships/image" Target="../media/image303.png"/><Relationship Id="rId7" Type="http://schemas.openxmlformats.org/officeDocument/2006/relationships/image" Target="../media/image302.png"/><Relationship Id="rId8" Type="http://schemas.openxmlformats.org/officeDocument/2006/relationships/image" Target="../media/image297.png"/><Relationship Id="rId10" Type="http://schemas.openxmlformats.org/officeDocument/2006/relationships/image" Target="../media/image30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2.png"/><Relationship Id="rId4" Type="http://schemas.openxmlformats.org/officeDocument/2006/relationships/image" Target="../media/image306.png"/><Relationship Id="rId5" Type="http://schemas.openxmlformats.org/officeDocument/2006/relationships/image" Target="../media/image300.png"/><Relationship Id="rId6" Type="http://schemas.openxmlformats.org/officeDocument/2006/relationships/image" Target="../media/image29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4.jpg"/><Relationship Id="rId4" Type="http://schemas.openxmlformats.org/officeDocument/2006/relationships/image" Target="../media/image308.png"/><Relationship Id="rId9" Type="http://schemas.openxmlformats.org/officeDocument/2006/relationships/image" Target="../media/image327.png"/><Relationship Id="rId5" Type="http://schemas.openxmlformats.org/officeDocument/2006/relationships/image" Target="../media/image305.jpg"/><Relationship Id="rId6" Type="http://schemas.openxmlformats.org/officeDocument/2006/relationships/image" Target="../media/image307.jpg"/><Relationship Id="rId7" Type="http://schemas.openxmlformats.org/officeDocument/2006/relationships/image" Target="../media/image311.jpg"/><Relationship Id="rId8" Type="http://schemas.openxmlformats.org/officeDocument/2006/relationships/image" Target="../media/image3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8.jpg"/><Relationship Id="rId4" Type="http://schemas.openxmlformats.org/officeDocument/2006/relationships/hyperlink" Target="http://www.nature.com/nature/journal/v438/n7069/fig_tab/nature04338_F10.html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9.jpg"/><Relationship Id="rId4" Type="http://schemas.openxmlformats.org/officeDocument/2006/relationships/hyperlink" Target="http://dh.library.yale.edu/projects/vogue/fabricspace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3.png"/><Relationship Id="rId4" Type="http://schemas.openxmlformats.org/officeDocument/2006/relationships/image" Target="../media/image328.png"/><Relationship Id="rId9" Type="http://schemas.openxmlformats.org/officeDocument/2006/relationships/image" Target="../media/image324.png"/><Relationship Id="rId5" Type="http://schemas.openxmlformats.org/officeDocument/2006/relationships/image" Target="../media/image322.png"/><Relationship Id="rId6" Type="http://schemas.openxmlformats.org/officeDocument/2006/relationships/image" Target="../media/image321.png"/><Relationship Id="rId7" Type="http://schemas.openxmlformats.org/officeDocument/2006/relationships/image" Target="../media/image316.png"/><Relationship Id="rId8" Type="http://schemas.openxmlformats.org/officeDocument/2006/relationships/image" Target="../media/image3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59.png"/><Relationship Id="rId4" Type="http://schemas.openxmlformats.org/officeDocument/2006/relationships/image" Target="../media/image331.png"/><Relationship Id="rId5" Type="http://schemas.openxmlformats.org/officeDocument/2006/relationships/image" Target="../media/image323.png"/><Relationship Id="rId6" Type="http://schemas.openxmlformats.org/officeDocument/2006/relationships/image" Target="../media/image325.png"/><Relationship Id="rId7" Type="http://schemas.openxmlformats.org/officeDocument/2006/relationships/image" Target="../media/image326.png"/><Relationship Id="rId8" Type="http://schemas.openxmlformats.org/officeDocument/2006/relationships/image" Target="../media/image3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1.png"/><Relationship Id="rId4" Type="http://schemas.openxmlformats.org/officeDocument/2006/relationships/image" Target="../media/image334.png"/><Relationship Id="rId5" Type="http://schemas.openxmlformats.org/officeDocument/2006/relationships/image" Target="../media/image326.png"/><Relationship Id="rId6" Type="http://schemas.openxmlformats.org/officeDocument/2006/relationships/image" Target="../media/image355.png"/><Relationship Id="rId7" Type="http://schemas.openxmlformats.org/officeDocument/2006/relationships/image" Target="../media/image3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1.png"/><Relationship Id="rId4" Type="http://schemas.openxmlformats.org/officeDocument/2006/relationships/image" Target="../media/image335.png"/><Relationship Id="rId5" Type="http://schemas.openxmlformats.org/officeDocument/2006/relationships/image" Target="../media/image326.png"/><Relationship Id="rId6" Type="http://schemas.openxmlformats.org/officeDocument/2006/relationships/image" Target="../media/image341.png"/><Relationship Id="rId7" Type="http://schemas.openxmlformats.org/officeDocument/2006/relationships/image" Target="../media/image33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31.png"/><Relationship Id="rId4" Type="http://schemas.openxmlformats.org/officeDocument/2006/relationships/image" Target="../media/image343.png"/><Relationship Id="rId5" Type="http://schemas.openxmlformats.org/officeDocument/2006/relationships/image" Target="../media/image326.png"/><Relationship Id="rId6" Type="http://schemas.openxmlformats.org/officeDocument/2006/relationships/image" Target="../media/image337.png"/><Relationship Id="rId7" Type="http://schemas.openxmlformats.org/officeDocument/2006/relationships/image" Target="../media/image35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1.png"/><Relationship Id="rId4" Type="http://schemas.openxmlformats.org/officeDocument/2006/relationships/image" Target="../media/image358.png"/><Relationship Id="rId5" Type="http://schemas.openxmlformats.org/officeDocument/2006/relationships/image" Target="../media/image347.png"/><Relationship Id="rId6" Type="http://schemas.openxmlformats.org/officeDocument/2006/relationships/image" Target="../media/image345.png"/><Relationship Id="rId7" Type="http://schemas.openxmlformats.org/officeDocument/2006/relationships/image" Target="../media/image343.png"/><Relationship Id="rId8" Type="http://schemas.openxmlformats.org/officeDocument/2006/relationships/hyperlink" Target="https://towardsdatascience.com/the-5-clustering-algorithms-data-scientists-need-to-know-a36d136ef68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5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54.png"/><Relationship Id="rId4" Type="http://schemas.openxmlformats.org/officeDocument/2006/relationships/image" Target="../media/image3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53.png"/><Relationship Id="rId4" Type="http://schemas.openxmlformats.org/officeDocument/2006/relationships/image" Target="../media/image35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2667254" y="363219"/>
            <a:ext cx="68548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Resumen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88340" y="1312671"/>
            <a:ext cx="5306060" cy="4610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Queremos agrupar los datos: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Asignar ejemplos a grupos.</a:t>
            </a:r>
            <a:endParaRPr/>
          </a:p>
          <a:p>
            <a:pPr indent="-2286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Agrupación de K-means: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los grupos por "medias"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 los ejemplos a la media más cercana. (Y actualiza las medias durante el entrenamiento).</a:t>
            </a:r>
            <a:endParaRPr/>
          </a:p>
          <a:p>
            <a:pPr indent="-2286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se utiliza para la cuantificación de vectores: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 las medias como "prototipos" de los grupos.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"Elige tallas de ropa o salsas de espaguetis".</a:t>
            </a:r>
            <a:endParaRPr/>
          </a:p>
          <a:p>
            <a:pPr indent="-2286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 con k-means:</a:t>
            </a:r>
            <a:endParaRPr/>
          </a:p>
          <a:p>
            <a:pPr indent="-342900" lvl="2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Rápido pero sensible a la inicialización.</a:t>
            </a:r>
            <a:endParaRPr/>
          </a:p>
          <a:p>
            <a:pPr indent="-342900" lvl="2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elección de 'k' es molesta.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4550" y="1710892"/>
            <a:ext cx="5014400" cy="4015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2032889" y="363219"/>
            <a:ext cx="8144382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Forma de los clusters de K-Means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88340" y="1380490"/>
            <a:ext cx="10970260" cy="474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s-E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K-means divide el espacio basándose en la "media más cercana":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88340" y="5769864"/>
            <a:ext cx="10689334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s-E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Obsérvese que los conglomerados son regiones convexas (prueba en prima).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1592" y="1897126"/>
            <a:ext cx="4844949" cy="3795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4114800" y="363219"/>
            <a:ext cx="4701919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Conjuntos convexos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688340" y="1380490"/>
            <a:ext cx="10723245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s-E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conjunto es convexo si la línea entre dos puntos del conjunto permanece en el conjunto.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10920" y="2507360"/>
            <a:ext cx="2794635" cy="2908935"/>
          </a:xfrm>
          <a:custGeom>
            <a:rect b="b" l="l" r="r" t="t"/>
            <a:pathLst>
              <a:path extrusionOk="0" h="2908935" w="2794635">
                <a:moveTo>
                  <a:pt x="609650" y="558800"/>
                </a:moveTo>
                <a:lnTo>
                  <a:pt x="1549527" y="0"/>
                </a:lnTo>
                <a:lnTo>
                  <a:pt x="2794254" y="596900"/>
                </a:lnTo>
                <a:lnTo>
                  <a:pt x="2387854" y="2552954"/>
                </a:lnTo>
                <a:lnTo>
                  <a:pt x="825626" y="2908554"/>
                </a:lnTo>
                <a:lnTo>
                  <a:pt x="0" y="1574927"/>
                </a:lnTo>
                <a:lnTo>
                  <a:pt x="609650" y="558800"/>
                </a:lnTo>
                <a:close/>
              </a:path>
            </a:pathLst>
          </a:custGeom>
          <a:noFill/>
          <a:ln cap="flat" cmpd="sng" w="25125">
            <a:solidFill>
              <a:srgbClr val="0000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560067" y="3797300"/>
            <a:ext cx="6946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496942" y="2634614"/>
            <a:ext cx="3352800" cy="2895600"/>
          </a:xfrm>
          <a:custGeom>
            <a:rect b="b" l="l" r="r" t="t"/>
            <a:pathLst>
              <a:path extrusionOk="0" h="2895600" w="3352800">
                <a:moveTo>
                  <a:pt x="0" y="1447800"/>
                </a:moveTo>
                <a:lnTo>
                  <a:pt x="797" y="1402705"/>
                </a:lnTo>
                <a:lnTo>
                  <a:pt x="3175" y="1357953"/>
                </a:lnTo>
                <a:lnTo>
                  <a:pt x="7110" y="1313565"/>
                </a:lnTo>
                <a:lnTo>
                  <a:pt x="12578" y="1269560"/>
                </a:lnTo>
                <a:lnTo>
                  <a:pt x="19557" y="1225959"/>
                </a:lnTo>
                <a:lnTo>
                  <a:pt x="28023" y="1182781"/>
                </a:lnTo>
                <a:lnTo>
                  <a:pt x="37953" y="1140047"/>
                </a:lnTo>
                <a:lnTo>
                  <a:pt x="49324" y="1097776"/>
                </a:lnTo>
                <a:lnTo>
                  <a:pt x="62112" y="1055989"/>
                </a:lnTo>
                <a:lnTo>
                  <a:pt x="76296" y="1014705"/>
                </a:lnTo>
                <a:lnTo>
                  <a:pt x="91850" y="973945"/>
                </a:lnTo>
                <a:lnTo>
                  <a:pt x="108753" y="933729"/>
                </a:lnTo>
                <a:lnTo>
                  <a:pt x="126981" y="894076"/>
                </a:lnTo>
                <a:lnTo>
                  <a:pt x="146510" y="855006"/>
                </a:lnTo>
                <a:lnTo>
                  <a:pt x="167319" y="816541"/>
                </a:lnTo>
                <a:lnTo>
                  <a:pt x="189382" y="778699"/>
                </a:lnTo>
                <a:lnTo>
                  <a:pt x="212678" y="741501"/>
                </a:lnTo>
                <a:lnTo>
                  <a:pt x="237183" y="704967"/>
                </a:lnTo>
                <a:lnTo>
                  <a:pt x="262874" y="669116"/>
                </a:lnTo>
                <a:lnTo>
                  <a:pt x="289727" y="633969"/>
                </a:lnTo>
                <a:lnTo>
                  <a:pt x="317720" y="599546"/>
                </a:lnTo>
                <a:lnTo>
                  <a:pt x="346829" y="565867"/>
                </a:lnTo>
                <a:lnTo>
                  <a:pt x="377032" y="532952"/>
                </a:lnTo>
                <a:lnTo>
                  <a:pt x="408304" y="500820"/>
                </a:lnTo>
                <a:lnTo>
                  <a:pt x="440623" y="469493"/>
                </a:lnTo>
                <a:lnTo>
                  <a:pt x="473965" y="438989"/>
                </a:lnTo>
                <a:lnTo>
                  <a:pt x="508308" y="409329"/>
                </a:lnTo>
                <a:lnTo>
                  <a:pt x="543628" y="380534"/>
                </a:lnTo>
                <a:lnTo>
                  <a:pt x="579903" y="352622"/>
                </a:lnTo>
                <a:lnTo>
                  <a:pt x="617108" y="325614"/>
                </a:lnTo>
                <a:lnTo>
                  <a:pt x="655220" y="299531"/>
                </a:lnTo>
                <a:lnTo>
                  <a:pt x="694217" y="274391"/>
                </a:lnTo>
                <a:lnTo>
                  <a:pt x="734075" y="250216"/>
                </a:lnTo>
                <a:lnTo>
                  <a:pt x="774772" y="227024"/>
                </a:lnTo>
                <a:lnTo>
                  <a:pt x="816283" y="204837"/>
                </a:lnTo>
                <a:lnTo>
                  <a:pt x="858586" y="183674"/>
                </a:lnTo>
                <a:lnTo>
                  <a:pt x="901658" y="163555"/>
                </a:lnTo>
                <a:lnTo>
                  <a:pt x="945474" y="144500"/>
                </a:lnTo>
                <a:lnTo>
                  <a:pt x="990013" y="126530"/>
                </a:lnTo>
                <a:lnTo>
                  <a:pt x="1035251" y="109664"/>
                </a:lnTo>
                <a:lnTo>
                  <a:pt x="1081165" y="93922"/>
                </a:lnTo>
                <a:lnTo>
                  <a:pt x="1127731" y="79324"/>
                </a:lnTo>
                <a:lnTo>
                  <a:pt x="1174927" y="65891"/>
                </a:lnTo>
                <a:lnTo>
                  <a:pt x="1222729" y="53642"/>
                </a:lnTo>
                <a:lnTo>
                  <a:pt x="1271114" y="42597"/>
                </a:lnTo>
                <a:lnTo>
                  <a:pt x="1320058" y="32777"/>
                </a:lnTo>
                <a:lnTo>
                  <a:pt x="1369540" y="24201"/>
                </a:lnTo>
                <a:lnTo>
                  <a:pt x="1419535" y="16889"/>
                </a:lnTo>
                <a:lnTo>
                  <a:pt x="1470020" y="10862"/>
                </a:lnTo>
                <a:lnTo>
                  <a:pt x="1520972" y="6140"/>
                </a:lnTo>
                <a:lnTo>
                  <a:pt x="1572368" y="2742"/>
                </a:lnTo>
                <a:lnTo>
                  <a:pt x="1624185" y="688"/>
                </a:lnTo>
                <a:lnTo>
                  <a:pt x="1676400" y="0"/>
                </a:lnTo>
                <a:lnTo>
                  <a:pt x="1728614" y="688"/>
                </a:lnTo>
                <a:lnTo>
                  <a:pt x="1780431" y="2742"/>
                </a:lnTo>
                <a:lnTo>
                  <a:pt x="1831827" y="6140"/>
                </a:lnTo>
                <a:lnTo>
                  <a:pt x="1882779" y="10862"/>
                </a:lnTo>
                <a:lnTo>
                  <a:pt x="1933264" y="16889"/>
                </a:lnTo>
                <a:lnTo>
                  <a:pt x="1983259" y="24201"/>
                </a:lnTo>
                <a:lnTo>
                  <a:pt x="2032741" y="32777"/>
                </a:lnTo>
                <a:lnTo>
                  <a:pt x="2081685" y="42597"/>
                </a:lnTo>
                <a:lnTo>
                  <a:pt x="2130070" y="53642"/>
                </a:lnTo>
                <a:lnTo>
                  <a:pt x="2177872" y="65891"/>
                </a:lnTo>
                <a:lnTo>
                  <a:pt x="2225068" y="79324"/>
                </a:lnTo>
                <a:lnTo>
                  <a:pt x="2271634" y="93922"/>
                </a:lnTo>
                <a:lnTo>
                  <a:pt x="2317548" y="109664"/>
                </a:lnTo>
                <a:lnTo>
                  <a:pt x="2362786" y="126530"/>
                </a:lnTo>
                <a:lnTo>
                  <a:pt x="2407325" y="144500"/>
                </a:lnTo>
                <a:lnTo>
                  <a:pt x="2451141" y="163555"/>
                </a:lnTo>
                <a:lnTo>
                  <a:pt x="2494213" y="183674"/>
                </a:lnTo>
                <a:lnTo>
                  <a:pt x="2536516" y="204837"/>
                </a:lnTo>
                <a:lnTo>
                  <a:pt x="2578027" y="227024"/>
                </a:lnTo>
                <a:lnTo>
                  <a:pt x="2618724" y="250216"/>
                </a:lnTo>
                <a:lnTo>
                  <a:pt x="2658582" y="274391"/>
                </a:lnTo>
                <a:lnTo>
                  <a:pt x="2697579" y="299531"/>
                </a:lnTo>
                <a:lnTo>
                  <a:pt x="2735691" y="325614"/>
                </a:lnTo>
                <a:lnTo>
                  <a:pt x="2772896" y="352622"/>
                </a:lnTo>
                <a:lnTo>
                  <a:pt x="2809171" y="380534"/>
                </a:lnTo>
                <a:lnTo>
                  <a:pt x="2844491" y="409329"/>
                </a:lnTo>
                <a:lnTo>
                  <a:pt x="2878834" y="438989"/>
                </a:lnTo>
                <a:lnTo>
                  <a:pt x="2912176" y="469493"/>
                </a:lnTo>
                <a:lnTo>
                  <a:pt x="2944495" y="500820"/>
                </a:lnTo>
                <a:lnTo>
                  <a:pt x="2975767" y="532952"/>
                </a:lnTo>
                <a:lnTo>
                  <a:pt x="3005970" y="565867"/>
                </a:lnTo>
                <a:lnTo>
                  <a:pt x="3035079" y="599546"/>
                </a:lnTo>
                <a:lnTo>
                  <a:pt x="3063072" y="633969"/>
                </a:lnTo>
                <a:lnTo>
                  <a:pt x="3089925" y="669116"/>
                </a:lnTo>
                <a:lnTo>
                  <a:pt x="3115616" y="704967"/>
                </a:lnTo>
                <a:lnTo>
                  <a:pt x="3140121" y="741501"/>
                </a:lnTo>
                <a:lnTo>
                  <a:pt x="3163417" y="778699"/>
                </a:lnTo>
                <a:lnTo>
                  <a:pt x="3185480" y="816541"/>
                </a:lnTo>
                <a:lnTo>
                  <a:pt x="3206289" y="855006"/>
                </a:lnTo>
                <a:lnTo>
                  <a:pt x="3225818" y="894076"/>
                </a:lnTo>
                <a:lnTo>
                  <a:pt x="3244046" y="933729"/>
                </a:lnTo>
                <a:lnTo>
                  <a:pt x="3260949" y="973945"/>
                </a:lnTo>
                <a:lnTo>
                  <a:pt x="3276503" y="1014705"/>
                </a:lnTo>
                <a:lnTo>
                  <a:pt x="3290687" y="1055989"/>
                </a:lnTo>
                <a:lnTo>
                  <a:pt x="3303475" y="1097776"/>
                </a:lnTo>
                <a:lnTo>
                  <a:pt x="3314846" y="1140047"/>
                </a:lnTo>
                <a:lnTo>
                  <a:pt x="3324776" y="1182781"/>
                </a:lnTo>
                <a:lnTo>
                  <a:pt x="3333242" y="1225959"/>
                </a:lnTo>
                <a:lnTo>
                  <a:pt x="3340221" y="1269560"/>
                </a:lnTo>
                <a:lnTo>
                  <a:pt x="3345689" y="1313565"/>
                </a:lnTo>
                <a:lnTo>
                  <a:pt x="3349624" y="1357953"/>
                </a:lnTo>
                <a:lnTo>
                  <a:pt x="3352002" y="1402705"/>
                </a:lnTo>
                <a:lnTo>
                  <a:pt x="3352800" y="1447800"/>
                </a:lnTo>
                <a:lnTo>
                  <a:pt x="3352002" y="1492894"/>
                </a:lnTo>
                <a:lnTo>
                  <a:pt x="3349624" y="1537646"/>
                </a:lnTo>
                <a:lnTo>
                  <a:pt x="3345689" y="1582034"/>
                </a:lnTo>
                <a:lnTo>
                  <a:pt x="3340221" y="1626039"/>
                </a:lnTo>
                <a:lnTo>
                  <a:pt x="3333242" y="1669640"/>
                </a:lnTo>
                <a:lnTo>
                  <a:pt x="3324776" y="1712818"/>
                </a:lnTo>
                <a:lnTo>
                  <a:pt x="3314846" y="1755552"/>
                </a:lnTo>
                <a:lnTo>
                  <a:pt x="3303475" y="1797823"/>
                </a:lnTo>
                <a:lnTo>
                  <a:pt x="3290687" y="1839610"/>
                </a:lnTo>
                <a:lnTo>
                  <a:pt x="3276503" y="1880894"/>
                </a:lnTo>
                <a:lnTo>
                  <a:pt x="3260949" y="1921654"/>
                </a:lnTo>
                <a:lnTo>
                  <a:pt x="3244046" y="1961870"/>
                </a:lnTo>
                <a:lnTo>
                  <a:pt x="3225818" y="2001523"/>
                </a:lnTo>
                <a:lnTo>
                  <a:pt x="3206289" y="2040593"/>
                </a:lnTo>
                <a:lnTo>
                  <a:pt x="3185480" y="2079058"/>
                </a:lnTo>
                <a:lnTo>
                  <a:pt x="3163417" y="2116900"/>
                </a:lnTo>
                <a:lnTo>
                  <a:pt x="3140121" y="2154098"/>
                </a:lnTo>
                <a:lnTo>
                  <a:pt x="3115616" y="2190632"/>
                </a:lnTo>
                <a:lnTo>
                  <a:pt x="3089925" y="2226483"/>
                </a:lnTo>
                <a:lnTo>
                  <a:pt x="3063072" y="2261630"/>
                </a:lnTo>
                <a:lnTo>
                  <a:pt x="3035079" y="2296053"/>
                </a:lnTo>
                <a:lnTo>
                  <a:pt x="3005970" y="2329732"/>
                </a:lnTo>
                <a:lnTo>
                  <a:pt x="2975767" y="2362647"/>
                </a:lnTo>
                <a:lnTo>
                  <a:pt x="2944495" y="2394779"/>
                </a:lnTo>
                <a:lnTo>
                  <a:pt x="2912176" y="2426106"/>
                </a:lnTo>
                <a:lnTo>
                  <a:pt x="2878834" y="2456610"/>
                </a:lnTo>
                <a:lnTo>
                  <a:pt x="2844491" y="2486270"/>
                </a:lnTo>
                <a:lnTo>
                  <a:pt x="2809171" y="2515065"/>
                </a:lnTo>
                <a:lnTo>
                  <a:pt x="2772896" y="2542977"/>
                </a:lnTo>
                <a:lnTo>
                  <a:pt x="2735691" y="2569985"/>
                </a:lnTo>
                <a:lnTo>
                  <a:pt x="2697579" y="2596068"/>
                </a:lnTo>
                <a:lnTo>
                  <a:pt x="2658582" y="2621208"/>
                </a:lnTo>
                <a:lnTo>
                  <a:pt x="2618724" y="2645383"/>
                </a:lnTo>
                <a:lnTo>
                  <a:pt x="2578027" y="2668575"/>
                </a:lnTo>
                <a:lnTo>
                  <a:pt x="2536516" y="2690762"/>
                </a:lnTo>
                <a:lnTo>
                  <a:pt x="2494213" y="2711925"/>
                </a:lnTo>
                <a:lnTo>
                  <a:pt x="2451141" y="2732044"/>
                </a:lnTo>
                <a:lnTo>
                  <a:pt x="2407325" y="2751099"/>
                </a:lnTo>
                <a:lnTo>
                  <a:pt x="2362786" y="2769069"/>
                </a:lnTo>
                <a:lnTo>
                  <a:pt x="2317548" y="2785935"/>
                </a:lnTo>
                <a:lnTo>
                  <a:pt x="2271634" y="2801677"/>
                </a:lnTo>
                <a:lnTo>
                  <a:pt x="2225068" y="2816275"/>
                </a:lnTo>
                <a:lnTo>
                  <a:pt x="2177872" y="2829708"/>
                </a:lnTo>
                <a:lnTo>
                  <a:pt x="2130070" y="2841957"/>
                </a:lnTo>
                <a:lnTo>
                  <a:pt x="2081685" y="2853002"/>
                </a:lnTo>
                <a:lnTo>
                  <a:pt x="2032741" y="2862822"/>
                </a:lnTo>
                <a:lnTo>
                  <a:pt x="1983259" y="2871398"/>
                </a:lnTo>
                <a:lnTo>
                  <a:pt x="1933264" y="2878710"/>
                </a:lnTo>
                <a:lnTo>
                  <a:pt x="1882779" y="2884737"/>
                </a:lnTo>
                <a:lnTo>
                  <a:pt x="1831827" y="2889459"/>
                </a:lnTo>
                <a:lnTo>
                  <a:pt x="1780431" y="2892857"/>
                </a:lnTo>
                <a:lnTo>
                  <a:pt x="1728614" y="2894911"/>
                </a:lnTo>
                <a:lnTo>
                  <a:pt x="1676400" y="2895600"/>
                </a:lnTo>
                <a:lnTo>
                  <a:pt x="1624185" y="2894911"/>
                </a:lnTo>
                <a:lnTo>
                  <a:pt x="1572368" y="2892857"/>
                </a:lnTo>
                <a:lnTo>
                  <a:pt x="1520972" y="2889459"/>
                </a:lnTo>
                <a:lnTo>
                  <a:pt x="1470020" y="2884737"/>
                </a:lnTo>
                <a:lnTo>
                  <a:pt x="1419535" y="2878710"/>
                </a:lnTo>
                <a:lnTo>
                  <a:pt x="1369540" y="2871398"/>
                </a:lnTo>
                <a:lnTo>
                  <a:pt x="1320058" y="2862822"/>
                </a:lnTo>
                <a:lnTo>
                  <a:pt x="1271114" y="2853002"/>
                </a:lnTo>
                <a:lnTo>
                  <a:pt x="1222729" y="2841957"/>
                </a:lnTo>
                <a:lnTo>
                  <a:pt x="1174927" y="2829708"/>
                </a:lnTo>
                <a:lnTo>
                  <a:pt x="1127731" y="2816275"/>
                </a:lnTo>
                <a:lnTo>
                  <a:pt x="1081165" y="2801677"/>
                </a:lnTo>
                <a:lnTo>
                  <a:pt x="1035251" y="2785935"/>
                </a:lnTo>
                <a:lnTo>
                  <a:pt x="990013" y="2769069"/>
                </a:lnTo>
                <a:lnTo>
                  <a:pt x="945474" y="2751099"/>
                </a:lnTo>
                <a:lnTo>
                  <a:pt x="901658" y="2732044"/>
                </a:lnTo>
                <a:lnTo>
                  <a:pt x="858586" y="2711925"/>
                </a:lnTo>
                <a:lnTo>
                  <a:pt x="816283" y="2690762"/>
                </a:lnTo>
                <a:lnTo>
                  <a:pt x="774772" y="2668575"/>
                </a:lnTo>
                <a:lnTo>
                  <a:pt x="734075" y="2645383"/>
                </a:lnTo>
                <a:lnTo>
                  <a:pt x="694217" y="2621208"/>
                </a:lnTo>
                <a:lnTo>
                  <a:pt x="655220" y="2596068"/>
                </a:lnTo>
                <a:lnTo>
                  <a:pt x="617108" y="2569985"/>
                </a:lnTo>
                <a:lnTo>
                  <a:pt x="579903" y="2542977"/>
                </a:lnTo>
                <a:lnTo>
                  <a:pt x="543628" y="2515065"/>
                </a:lnTo>
                <a:lnTo>
                  <a:pt x="508308" y="2486270"/>
                </a:lnTo>
                <a:lnTo>
                  <a:pt x="473965" y="2456610"/>
                </a:lnTo>
                <a:lnTo>
                  <a:pt x="440623" y="2426106"/>
                </a:lnTo>
                <a:lnTo>
                  <a:pt x="408304" y="2394779"/>
                </a:lnTo>
                <a:lnTo>
                  <a:pt x="377032" y="2362647"/>
                </a:lnTo>
                <a:lnTo>
                  <a:pt x="346829" y="2329732"/>
                </a:lnTo>
                <a:lnTo>
                  <a:pt x="317720" y="2296053"/>
                </a:lnTo>
                <a:lnTo>
                  <a:pt x="289727" y="2261630"/>
                </a:lnTo>
                <a:lnTo>
                  <a:pt x="262874" y="2226483"/>
                </a:lnTo>
                <a:lnTo>
                  <a:pt x="237183" y="2190632"/>
                </a:lnTo>
                <a:lnTo>
                  <a:pt x="212678" y="2154098"/>
                </a:lnTo>
                <a:lnTo>
                  <a:pt x="189382" y="2116900"/>
                </a:lnTo>
                <a:lnTo>
                  <a:pt x="167319" y="2079058"/>
                </a:lnTo>
                <a:lnTo>
                  <a:pt x="146510" y="2040593"/>
                </a:lnTo>
                <a:lnTo>
                  <a:pt x="126981" y="2001523"/>
                </a:lnTo>
                <a:lnTo>
                  <a:pt x="108753" y="1961870"/>
                </a:lnTo>
                <a:lnTo>
                  <a:pt x="91850" y="1921654"/>
                </a:lnTo>
                <a:lnTo>
                  <a:pt x="76296" y="1880894"/>
                </a:lnTo>
                <a:lnTo>
                  <a:pt x="62112" y="1839610"/>
                </a:lnTo>
                <a:lnTo>
                  <a:pt x="49324" y="1797823"/>
                </a:lnTo>
                <a:lnTo>
                  <a:pt x="37953" y="1755552"/>
                </a:lnTo>
                <a:lnTo>
                  <a:pt x="28023" y="1712818"/>
                </a:lnTo>
                <a:lnTo>
                  <a:pt x="19557" y="1669640"/>
                </a:lnTo>
                <a:lnTo>
                  <a:pt x="12578" y="1626039"/>
                </a:lnTo>
                <a:lnTo>
                  <a:pt x="7110" y="1582034"/>
                </a:lnTo>
                <a:lnTo>
                  <a:pt x="3175" y="1537646"/>
                </a:lnTo>
                <a:lnTo>
                  <a:pt x="797" y="1492894"/>
                </a:lnTo>
                <a:lnTo>
                  <a:pt x="0" y="1447800"/>
                </a:lnTo>
                <a:close/>
              </a:path>
            </a:pathLst>
          </a:custGeom>
          <a:noFill/>
          <a:ln cap="flat" cmpd="sng" w="25125">
            <a:solidFill>
              <a:srgbClr val="0000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825997" y="3917950"/>
            <a:ext cx="6946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816720" y="2215514"/>
            <a:ext cx="3086100" cy="3378200"/>
          </a:xfrm>
          <a:custGeom>
            <a:rect b="b" l="l" r="r" t="t"/>
            <a:pathLst>
              <a:path extrusionOk="0" h="3378200" w="3086100">
                <a:moveTo>
                  <a:pt x="0" y="762000"/>
                </a:moveTo>
                <a:lnTo>
                  <a:pt x="1790700" y="0"/>
                </a:lnTo>
                <a:lnTo>
                  <a:pt x="3086100" y="1650873"/>
                </a:lnTo>
                <a:lnTo>
                  <a:pt x="2197100" y="3377946"/>
                </a:lnTo>
                <a:lnTo>
                  <a:pt x="927100" y="3289046"/>
                </a:lnTo>
                <a:lnTo>
                  <a:pt x="1295400" y="1968373"/>
                </a:lnTo>
                <a:lnTo>
                  <a:pt x="12700" y="2323973"/>
                </a:lnTo>
                <a:lnTo>
                  <a:pt x="0" y="762000"/>
                </a:lnTo>
                <a:close/>
              </a:path>
            </a:pathLst>
          </a:custGeom>
          <a:noFill/>
          <a:ln cap="flat" cmpd="sng" w="25125">
            <a:solidFill>
              <a:srgbClr val="0000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9813797" y="3740150"/>
            <a:ext cx="10922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Convex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470024" y="363219"/>
            <a:ext cx="7651878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Forma de los clusters de K-Means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11079480" y="6494779"/>
            <a:ext cx="9912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Animation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1775" y="1666238"/>
            <a:ext cx="6050596" cy="474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244" y="910371"/>
            <a:ext cx="8573243" cy="503725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Limitaciones del K-mean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3293251" y="5947628"/>
            <a:ext cx="60932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Límites de las agrupaciones equidistantes a los centros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2875" y="1275052"/>
            <a:ext cx="7026249" cy="470194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Limitaciones del K-mean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3229495" y="6308209"/>
            <a:ext cx="60932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pueden modelar bien las covarianzas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Limitaciones del K-mean</a:t>
            </a:r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7600" y="1277622"/>
            <a:ext cx="7376799" cy="46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3395750" y="5910984"/>
            <a:ext cx="60932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Sólo forman clústeres sencillos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/>
              <a:t>Implementación ingenua ( Lloyd's):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/>
              <a:t>n_cluster * n_muestras cálculos de distancia por iteración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/>
              <a:t>Algoritmos rápidos "exactos":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/>
              <a:t>Elkan's, Ying-Yang, ...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/>
              <a:t>Algoritmos aproximados: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s-ES"/>
              <a:t>minibatch K-Means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s-ES">
                <a:solidFill>
                  <a:srgbClr val="00B050"/>
                </a:solidFill>
              </a:rPr>
              <a:t>Centros aleatorios rápidos.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s-ES">
                <a:solidFill>
                  <a:srgbClr val="00B050"/>
                </a:solidFill>
              </a:rPr>
              <a:t>K-means++ (por defecto): Añade codiciosamente el punto "más lejano".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s-ES">
                <a:solidFill>
                  <a:srgbClr val="00B050"/>
                </a:solidFill>
              </a:rPr>
              <a:t>Por defecto K-means en sklearn hace 10 reinicios aleatorios con diferentes inicializaciones.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ct val="100000"/>
              <a:buChar char="•"/>
            </a:pPr>
            <a:r>
              <a:rPr lang="es-ES">
                <a:solidFill>
                  <a:srgbClr val="00B050"/>
                </a:solidFill>
              </a:rPr>
              <a:t>La inicialización de K-means++ puede tomar mucho más tiempo que el clustering</a:t>
            </a:r>
            <a:endParaRPr>
              <a:solidFill>
                <a:srgbClr val="00B050"/>
              </a:solidFill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2499" t="0"/>
          <a:stretch/>
        </p:blipFill>
        <p:spPr>
          <a:xfrm>
            <a:off x="152400" y="457200"/>
            <a:ext cx="11887200" cy="9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304800" y="363219"/>
            <a:ext cx="118872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Motivación de la agrupación basada en la densidad</a:t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99825" y="1284625"/>
            <a:ext cx="7831200" cy="47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3535" lvl="0" marL="9436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Agrupación basada en la densidad:</a:t>
            </a:r>
            <a:endParaRPr/>
          </a:p>
          <a:p>
            <a:pPr indent="-343535" lvl="1" marL="140081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clusters se </a:t>
            </a:r>
            <a:r>
              <a:rPr b="0" i="0" lang="es-ES" sz="2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definen por regiones "densas".</a:t>
            </a:r>
            <a:endParaRPr/>
          </a:p>
          <a:p>
            <a:pPr indent="-343535" lvl="1" marL="140081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ejemplos en </a:t>
            </a:r>
            <a:r>
              <a:rPr b="0" i="0" lang="es-ES" sz="2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regiones no densas no se agrupan.</a:t>
            </a:r>
            <a:endParaRPr/>
          </a:p>
          <a:p>
            <a:pPr indent="-343535" lvl="2" marL="185801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trata de "dividir" el espacio.</a:t>
            </a:r>
            <a:endParaRPr/>
          </a:p>
          <a:p>
            <a:pPr indent="-343535" lvl="0" marL="94361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clusters pueden ser </a:t>
            </a: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no convexos:</a:t>
            </a:r>
            <a:endParaRPr/>
          </a:p>
          <a:p>
            <a:pPr indent="-343535" lvl="1" marL="140081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clusters de elefantes se ven afectados por la vegetación, las montañas, los ríos, el acceso al agua, etc.</a:t>
            </a:r>
            <a:endParaRPr/>
          </a:p>
          <a:p>
            <a:pPr indent="-343535" lvl="0" marL="94361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</a:t>
            </a:r>
            <a:r>
              <a:rPr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método de clustering no paramétrico:</a:t>
            </a:r>
            <a:endParaRPr/>
          </a:p>
          <a:p>
            <a:pPr indent="-343535" lvl="1" marL="140081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hay un número fijo de clusters "k".</a:t>
            </a:r>
            <a:endParaRPr/>
          </a:p>
          <a:p>
            <a:pPr indent="-343535" lvl="1" marL="140081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⁻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clusters pueden complicarse con más datos </a:t>
            </a:r>
            <a:r>
              <a:rPr b="0" i="0" lang="es-ES" sz="1050" u="sng" cap="none" strike="noStrike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http://www.defenders.org/elephant/basic-facts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0782" y="2895600"/>
            <a:ext cx="46101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3810000"/>
            <a:ext cx="36576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>
            <p:ph type="title"/>
          </p:nvPr>
        </p:nvSpPr>
        <p:spPr>
          <a:xfrm>
            <a:off x="2286000" y="363219"/>
            <a:ext cx="8839199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Otras aplicaciones potenciales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410146" y="1059179"/>
            <a:ext cx="7098096" cy="43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están las zonas de alta criminalidad de una ciudad?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deben patrullar los taxis?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productos son similares a éste?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cuadros se encuentran en el mismo lugar?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pueden “acoplarse" las proteínas?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se tuitea?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400338" y="5872480"/>
            <a:ext cx="458978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https://en.wikipedia.org/wiki/Cluster_analysis http</a:t>
            </a:r>
            <a:r>
              <a:rPr lang="es-ES" sz="12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s://w</a:t>
            </a:r>
            <a:r>
              <a:rPr lang="es-ES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ww.</a:t>
            </a:r>
            <a:r>
              <a:rPr lang="es-ES" sz="12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flick</a:t>
            </a:r>
            <a:r>
              <a:rPr lang="es-ES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ES" sz="12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.com/photos/dbarefoot/420194128/</a:t>
            </a:r>
            <a:r>
              <a:rPr lang="es-ES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http://letsgowarriors.com/replacing-jarrett-jack/2013/10/04/</a:t>
            </a:r>
            <a:r>
              <a:rPr lang="es-ES" sz="1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2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http://www.dbs.informatik.uni-muenchen.de/Forschung/KDD/Clustering/</a:t>
            </a:r>
            <a:endParaRPr sz="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51876" y="1215389"/>
            <a:ext cx="3534918" cy="2201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3263900" y="363219"/>
            <a:ext cx="56610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</a:t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688340" y="1289847"/>
            <a:ext cx="10758170" cy="1931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Density-based clustering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(DBSCAN) tiene dos hiperparámetros: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Epsilon (ε): distancia que utilizamos para decidir si otro punto es un "vecino".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267" y="4047744"/>
            <a:ext cx="94449" cy="8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060" y="5564873"/>
            <a:ext cx="105490" cy="123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2871" y="4599178"/>
            <a:ext cx="85978" cy="12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0709" y="6214503"/>
            <a:ext cx="94995" cy="149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84195" y="4102849"/>
            <a:ext cx="2186474" cy="20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3263900" y="363219"/>
            <a:ext cx="56610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</a:t>
            </a:r>
            <a:endParaRPr/>
          </a:p>
        </p:txBody>
      </p:sp>
      <p:sp>
        <p:nvSpPr>
          <p:cNvPr id="178" name="Google Shape;178;p12"/>
          <p:cNvSpPr txBox="1"/>
          <p:nvPr/>
        </p:nvSpPr>
        <p:spPr>
          <a:xfrm>
            <a:off x="688340" y="1289847"/>
            <a:ext cx="10758170" cy="1931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Density-based clustering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(DBSCAN) tiene dos hiperparámetros: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Epsilon (ε): distancia que utilizamos para decidir si otro punto es un "vecino".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12"/>
          <p:cNvGrpSpPr/>
          <p:nvPr/>
        </p:nvGrpSpPr>
        <p:grpSpPr>
          <a:xfrm>
            <a:off x="2352060" y="4047744"/>
            <a:ext cx="2918609" cy="2765359"/>
            <a:chOff x="2352060" y="4047744"/>
            <a:chExt cx="2918609" cy="2765359"/>
          </a:xfrm>
        </p:grpSpPr>
        <p:pic>
          <p:nvPicPr>
            <p:cNvPr id="180" name="Google Shape;18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50267" y="4047744"/>
              <a:ext cx="94449" cy="88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52060" y="5564873"/>
              <a:ext cx="105490" cy="123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9444" y="4102849"/>
              <a:ext cx="2861225" cy="27102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52871" y="4599178"/>
            <a:ext cx="85978" cy="12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ed3e84c563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1ed3e84c563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>
            <p:ph type="title"/>
          </p:nvPr>
        </p:nvSpPr>
        <p:spPr>
          <a:xfrm>
            <a:off x="3263900" y="363219"/>
            <a:ext cx="56610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</a:t>
            </a:r>
            <a:endParaRPr/>
          </a:p>
        </p:txBody>
      </p:sp>
      <p:sp>
        <p:nvSpPr>
          <p:cNvPr id="195" name="Google Shape;195;p13"/>
          <p:cNvSpPr txBox="1"/>
          <p:nvPr/>
        </p:nvSpPr>
        <p:spPr>
          <a:xfrm>
            <a:off x="688340" y="1289847"/>
            <a:ext cx="10758170" cy="218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Density-based clustering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(DBSCAN) tiene dos hiperparámetros: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Epsilon (ε): distancia que utilizamos para decidir si otro punto es un "vecino".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</a:pPr>
            <a:r>
              <a:rPr b="0" i="0" lang="es-ES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MinNeighbours</a:t>
            </a: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s-ES" sz="20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número de vecinos necesarios para decir que una región es "densa".</a:t>
            </a:r>
            <a:endParaRPr/>
          </a:p>
          <a:p>
            <a:pPr indent="-285750" lvl="1" marL="75565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–"/>
            </a:pPr>
            <a:r>
              <a:rPr b="0" i="0" lang="es-ES" sz="20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Si tiene al menos minNeighbours "vecinos", se le llama punto "núcleo".</a:t>
            </a:r>
            <a:endParaRPr/>
          </a:p>
          <a:p>
            <a:pPr indent="-285750" lvl="1" marL="75565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–"/>
            </a:pPr>
            <a:r>
              <a:rPr b="0" i="0" lang="es-ES" sz="20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Idea principal: fusionar todos los puntos centrales vecinos para formar clusters.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13"/>
          <p:cNvGrpSpPr/>
          <p:nvPr/>
        </p:nvGrpSpPr>
        <p:grpSpPr>
          <a:xfrm>
            <a:off x="2352060" y="4047744"/>
            <a:ext cx="4913229" cy="2765359"/>
            <a:chOff x="2352060" y="4047744"/>
            <a:chExt cx="4913229" cy="2765359"/>
          </a:xfrm>
        </p:grpSpPr>
        <p:pic>
          <p:nvPicPr>
            <p:cNvPr id="197" name="Google Shape;19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50267" y="4047744"/>
              <a:ext cx="94449" cy="88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52060" y="5564873"/>
              <a:ext cx="105490" cy="123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09444" y="4102849"/>
              <a:ext cx="4855845" cy="27102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3263900" y="363219"/>
            <a:ext cx="56610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</a:t>
            </a:r>
            <a:endParaRPr/>
          </a:p>
        </p:txBody>
      </p:sp>
      <p:pic>
        <p:nvPicPr>
          <p:cNvPr id="205" name="Google Shape;2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347" y="1542161"/>
            <a:ext cx="63496" cy="7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9738" y="1966848"/>
            <a:ext cx="67436" cy="9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0232" y="2768600"/>
            <a:ext cx="92075" cy="8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7104" y="4364609"/>
            <a:ext cx="75565" cy="7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19091" y="5986614"/>
            <a:ext cx="63896" cy="83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9259" y="5964732"/>
            <a:ext cx="70429" cy="10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59096" y="1687702"/>
            <a:ext cx="91842" cy="9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45121" y="5646089"/>
            <a:ext cx="94370" cy="90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4"/>
          <p:cNvGrpSpPr/>
          <p:nvPr/>
        </p:nvGrpSpPr>
        <p:grpSpPr>
          <a:xfrm>
            <a:off x="2130805" y="1837563"/>
            <a:ext cx="3409823" cy="3352925"/>
            <a:chOff x="2130805" y="1837563"/>
            <a:chExt cx="3409823" cy="3352925"/>
          </a:xfrm>
        </p:grpSpPr>
        <p:pic>
          <p:nvPicPr>
            <p:cNvPr id="214" name="Google Shape;214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56555" y="1837563"/>
              <a:ext cx="102743" cy="900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236571" y="2539746"/>
              <a:ext cx="79140" cy="93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601848" y="4700651"/>
              <a:ext cx="64410" cy="104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778797" y="2950337"/>
              <a:ext cx="8429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1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540759" y="4996180"/>
              <a:ext cx="78866" cy="33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537203" y="5093842"/>
              <a:ext cx="116078" cy="96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1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130805" y="1946148"/>
              <a:ext cx="3409823" cy="3228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1" name="Google Shape;221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233415" y="5873584"/>
            <a:ext cx="109600" cy="95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353180" y="5914097"/>
            <a:ext cx="98320" cy="101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675817" y="5232780"/>
            <a:ext cx="92538" cy="8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573911" y="4117721"/>
            <a:ext cx="101409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76070" y="2654680"/>
            <a:ext cx="93453" cy="97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4"/>
          <p:cNvGrpSpPr/>
          <p:nvPr/>
        </p:nvGrpSpPr>
        <p:grpSpPr>
          <a:xfrm>
            <a:off x="6954646" y="2264029"/>
            <a:ext cx="2657094" cy="2705608"/>
            <a:chOff x="6954646" y="2264029"/>
            <a:chExt cx="2657094" cy="2705608"/>
          </a:xfrm>
        </p:grpSpPr>
        <p:pic>
          <p:nvPicPr>
            <p:cNvPr id="227" name="Google Shape;227;p1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169403" y="4287774"/>
              <a:ext cx="205231" cy="187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1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289672" y="4535551"/>
              <a:ext cx="335025" cy="1497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4"/>
            <p:cNvSpPr/>
            <p:nvPr/>
          </p:nvSpPr>
          <p:spPr>
            <a:xfrm>
              <a:off x="7463281" y="4447921"/>
              <a:ext cx="12700" cy="12065"/>
            </a:xfrm>
            <a:custGeom>
              <a:rect b="b" l="l" r="r" t="t"/>
              <a:pathLst>
                <a:path extrusionOk="0" h="12064" w="12700">
                  <a:moveTo>
                    <a:pt x="0" y="0"/>
                  </a:moveTo>
                  <a:lnTo>
                    <a:pt x="10287" y="11937"/>
                  </a:lnTo>
                  <a:lnTo>
                    <a:pt x="12700" y="9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0" name="Google Shape;230;p1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954646" y="2264029"/>
              <a:ext cx="2657094" cy="27056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14"/>
          <p:cNvGrpSpPr/>
          <p:nvPr/>
        </p:nvGrpSpPr>
        <p:grpSpPr>
          <a:xfrm>
            <a:off x="5832221" y="1271142"/>
            <a:ext cx="561339" cy="5208435"/>
            <a:chOff x="5832221" y="1271142"/>
            <a:chExt cx="561339" cy="5208435"/>
          </a:xfrm>
        </p:grpSpPr>
        <p:pic>
          <p:nvPicPr>
            <p:cNvPr id="232" name="Google Shape;232;p1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832221" y="1390776"/>
              <a:ext cx="561339" cy="5088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1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078142" y="1271142"/>
              <a:ext cx="84786" cy="1328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4" name="Google Shape;234;p1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276335" y="5089778"/>
            <a:ext cx="41148" cy="4025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/>
          <p:nvPr/>
        </p:nvSpPr>
        <p:spPr>
          <a:xfrm>
            <a:off x="3756533" y="5266690"/>
            <a:ext cx="22860" cy="70485"/>
          </a:xfrm>
          <a:custGeom>
            <a:rect b="b" l="l" r="r" t="t"/>
            <a:pathLst>
              <a:path extrusionOk="0" h="70485" w="22860">
                <a:moveTo>
                  <a:pt x="1396" y="58194"/>
                </a:moveTo>
                <a:lnTo>
                  <a:pt x="888" y="59436"/>
                </a:lnTo>
                <a:lnTo>
                  <a:pt x="253" y="62357"/>
                </a:lnTo>
                <a:lnTo>
                  <a:pt x="126" y="68199"/>
                </a:lnTo>
                <a:lnTo>
                  <a:pt x="0" y="70358"/>
                </a:lnTo>
                <a:lnTo>
                  <a:pt x="17906" y="68199"/>
                </a:lnTo>
                <a:lnTo>
                  <a:pt x="17906" y="65659"/>
                </a:lnTo>
                <a:lnTo>
                  <a:pt x="17399" y="65659"/>
                </a:lnTo>
                <a:lnTo>
                  <a:pt x="17442" y="65278"/>
                </a:lnTo>
                <a:lnTo>
                  <a:pt x="15366" y="65278"/>
                </a:lnTo>
                <a:lnTo>
                  <a:pt x="17500" y="59944"/>
                </a:lnTo>
                <a:lnTo>
                  <a:pt x="1396" y="59944"/>
                </a:lnTo>
                <a:lnTo>
                  <a:pt x="1396" y="58194"/>
                </a:lnTo>
                <a:close/>
              </a:path>
              <a:path extrusionOk="0" h="70485" w="22860">
                <a:moveTo>
                  <a:pt x="17906" y="68199"/>
                </a:moveTo>
                <a:lnTo>
                  <a:pt x="0" y="70358"/>
                </a:lnTo>
                <a:lnTo>
                  <a:pt x="17906" y="69342"/>
                </a:lnTo>
                <a:lnTo>
                  <a:pt x="17906" y="68199"/>
                </a:lnTo>
                <a:close/>
              </a:path>
              <a:path extrusionOk="0" h="70485" w="22860">
                <a:moveTo>
                  <a:pt x="1396" y="57113"/>
                </a:moveTo>
                <a:lnTo>
                  <a:pt x="67" y="61862"/>
                </a:lnTo>
                <a:lnTo>
                  <a:pt x="0" y="68834"/>
                </a:lnTo>
                <a:lnTo>
                  <a:pt x="126" y="63500"/>
                </a:lnTo>
                <a:lnTo>
                  <a:pt x="253" y="62357"/>
                </a:lnTo>
                <a:lnTo>
                  <a:pt x="888" y="59436"/>
                </a:lnTo>
                <a:lnTo>
                  <a:pt x="1396" y="58194"/>
                </a:lnTo>
                <a:lnTo>
                  <a:pt x="1396" y="57113"/>
                </a:lnTo>
                <a:close/>
              </a:path>
              <a:path extrusionOk="0" h="70485" w="22860">
                <a:moveTo>
                  <a:pt x="126" y="67818"/>
                </a:moveTo>
                <a:lnTo>
                  <a:pt x="79" y="68199"/>
                </a:lnTo>
                <a:lnTo>
                  <a:pt x="126" y="67818"/>
                </a:lnTo>
                <a:close/>
              </a:path>
              <a:path extrusionOk="0" h="70485" w="22860">
                <a:moveTo>
                  <a:pt x="17779" y="62357"/>
                </a:moveTo>
                <a:lnTo>
                  <a:pt x="17399" y="65659"/>
                </a:lnTo>
                <a:lnTo>
                  <a:pt x="17824" y="64262"/>
                </a:lnTo>
                <a:lnTo>
                  <a:pt x="17779" y="62357"/>
                </a:lnTo>
                <a:close/>
              </a:path>
              <a:path extrusionOk="0" h="70485" w="22860">
                <a:moveTo>
                  <a:pt x="17906" y="63989"/>
                </a:moveTo>
                <a:lnTo>
                  <a:pt x="17399" y="65659"/>
                </a:lnTo>
                <a:lnTo>
                  <a:pt x="17906" y="65659"/>
                </a:lnTo>
                <a:lnTo>
                  <a:pt x="17906" y="63989"/>
                </a:lnTo>
                <a:close/>
              </a:path>
              <a:path extrusionOk="0" h="70485" w="22860">
                <a:moveTo>
                  <a:pt x="17906" y="58928"/>
                </a:moveTo>
                <a:lnTo>
                  <a:pt x="15366" y="65278"/>
                </a:lnTo>
                <a:lnTo>
                  <a:pt x="16382" y="64135"/>
                </a:lnTo>
                <a:lnTo>
                  <a:pt x="17017" y="63500"/>
                </a:lnTo>
                <a:lnTo>
                  <a:pt x="17906" y="61862"/>
                </a:lnTo>
                <a:lnTo>
                  <a:pt x="17906" y="58928"/>
                </a:lnTo>
                <a:close/>
              </a:path>
              <a:path extrusionOk="0" h="70485" w="22860">
                <a:moveTo>
                  <a:pt x="17906" y="61862"/>
                </a:moveTo>
                <a:lnTo>
                  <a:pt x="17017" y="63500"/>
                </a:lnTo>
                <a:lnTo>
                  <a:pt x="16382" y="64262"/>
                </a:lnTo>
                <a:lnTo>
                  <a:pt x="15366" y="65278"/>
                </a:lnTo>
                <a:lnTo>
                  <a:pt x="17442" y="65278"/>
                </a:lnTo>
                <a:lnTo>
                  <a:pt x="17779" y="62357"/>
                </a:lnTo>
                <a:lnTo>
                  <a:pt x="17906" y="61862"/>
                </a:lnTo>
                <a:close/>
              </a:path>
              <a:path extrusionOk="0" h="70485" w="22860">
                <a:moveTo>
                  <a:pt x="16382" y="64135"/>
                </a:moveTo>
                <a:lnTo>
                  <a:pt x="16270" y="64262"/>
                </a:lnTo>
                <a:lnTo>
                  <a:pt x="16382" y="64135"/>
                </a:lnTo>
                <a:close/>
              </a:path>
              <a:path extrusionOk="0" h="70485" w="22860">
                <a:moveTo>
                  <a:pt x="16488" y="64135"/>
                </a:moveTo>
                <a:lnTo>
                  <a:pt x="16382" y="64262"/>
                </a:lnTo>
                <a:lnTo>
                  <a:pt x="16488" y="64135"/>
                </a:lnTo>
                <a:close/>
              </a:path>
              <a:path extrusionOk="0" h="70485" w="22860">
                <a:moveTo>
                  <a:pt x="18719" y="60366"/>
                </a:moveTo>
                <a:lnTo>
                  <a:pt x="17906" y="61862"/>
                </a:lnTo>
                <a:lnTo>
                  <a:pt x="17906" y="63989"/>
                </a:lnTo>
                <a:lnTo>
                  <a:pt x="18287" y="62738"/>
                </a:lnTo>
                <a:lnTo>
                  <a:pt x="18719" y="60366"/>
                </a:lnTo>
                <a:close/>
              </a:path>
              <a:path extrusionOk="0" h="70485" w="22860">
                <a:moveTo>
                  <a:pt x="17906" y="62357"/>
                </a:moveTo>
                <a:lnTo>
                  <a:pt x="17906" y="63500"/>
                </a:lnTo>
                <a:lnTo>
                  <a:pt x="17906" y="62357"/>
                </a:lnTo>
                <a:close/>
              </a:path>
              <a:path extrusionOk="0" h="70485" w="22860">
                <a:moveTo>
                  <a:pt x="18772" y="58928"/>
                </a:moveTo>
                <a:lnTo>
                  <a:pt x="17906" y="58928"/>
                </a:lnTo>
                <a:lnTo>
                  <a:pt x="17906" y="61862"/>
                </a:lnTo>
                <a:lnTo>
                  <a:pt x="18719" y="60366"/>
                </a:lnTo>
                <a:lnTo>
                  <a:pt x="18772" y="58928"/>
                </a:lnTo>
                <a:close/>
              </a:path>
              <a:path extrusionOk="0" h="70485" w="22860">
                <a:moveTo>
                  <a:pt x="19689" y="57371"/>
                </a:moveTo>
                <a:lnTo>
                  <a:pt x="18832" y="58572"/>
                </a:lnTo>
                <a:lnTo>
                  <a:pt x="18719" y="60366"/>
                </a:lnTo>
                <a:lnTo>
                  <a:pt x="19430" y="59055"/>
                </a:lnTo>
                <a:lnTo>
                  <a:pt x="19689" y="57371"/>
                </a:lnTo>
                <a:close/>
              </a:path>
              <a:path extrusionOk="0" h="70485" w="22860">
                <a:moveTo>
                  <a:pt x="2031" y="56642"/>
                </a:moveTo>
                <a:lnTo>
                  <a:pt x="1396" y="58194"/>
                </a:lnTo>
                <a:lnTo>
                  <a:pt x="1396" y="59944"/>
                </a:lnTo>
                <a:lnTo>
                  <a:pt x="2031" y="56642"/>
                </a:lnTo>
                <a:close/>
              </a:path>
              <a:path extrusionOk="0" h="70485" w="22860">
                <a:moveTo>
                  <a:pt x="18453" y="56642"/>
                </a:moveTo>
                <a:lnTo>
                  <a:pt x="2031" y="56642"/>
                </a:lnTo>
                <a:lnTo>
                  <a:pt x="1396" y="59944"/>
                </a:lnTo>
                <a:lnTo>
                  <a:pt x="17500" y="59944"/>
                </a:lnTo>
                <a:lnTo>
                  <a:pt x="17906" y="58928"/>
                </a:lnTo>
                <a:lnTo>
                  <a:pt x="18772" y="58928"/>
                </a:lnTo>
                <a:lnTo>
                  <a:pt x="18668" y="58801"/>
                </a:lnTo>
                <a:lnTo>
                  <a:pt x="18728" y="57023"/>
                </a:lnTo>
                <a:lnTo>
                  <a:pt x="18414" y="57023"/>
                </a:lnTo>
                <a:lnTo>
                  <a:pt x="18453" y="56642"/>
                </a:lnTo>
                <a:close/>
              </a:path>
              <a:path extrusionOk="0" h="70485" w="22860">
                <a:moveTo>
                  <a:pt x="18766" y="58664"/>
                </a:moveTo>
                <a:lnTo>
                  <a:pt x="18668" y="58801"/>
                </a:lnTo>
                <a:lnTo>
                  <a:pt x="18766" y="58664"/>
                </a:lnTo>
                <a:close/>
              </a:path>
              <a:path extrusionOk="0" h="70485" w="22860">
                <a:moveTo>
                  <a:pt x="19938" y="55753"/>
                </a:moveTo>
                <a:lnTo>
                  <a:pt x="18764" y="58572"/>
                </a:lnTo>
                <a:lnTo>
                  <a:pt x="19689" y="57371"/>
                </a:lnTo>
                <a:lnTo>
                  <a:pt x="19938" y="55753"/>
                </a:lnTo>
                <a:close/>
              </a:path>
              <a:path extrusionOk="0" h="70485" w="22860">
                <a:moveTo>
                  <a:pt x="20182" y="50857"/>
                </a:moveTo>
                <a:lnTo>
                  <a:pt x="19684" y="52705"/>
                </a:lnTo>
                <a:lnTo>
                  <a:pt x="18886" y="55372"/>
                </a:lnTo>
                <a:lnTo>
                  <a:pt x="18764" y="58572"/>
                </a:lnTo>
                <a:lnTo>
                  <a:pt x="19938" y="55753"/>
                </a:lnTo>
                <a:lnTo>
                  <a:pt x="20764" y="55753"/>
                </a:lnTo>
                <a:lnTo>
                  <a:pt x="22859" y="51816"/>
                </a:lnTo>
                <a:lnTo>
                  <a:pt x="20182" y="50857"/>
                </a:lnTo>
                <a:close/>
              </a:path>
              <a:path extrusionOk="0" h="70485" w="22860">
                <a:moveTo>
                  <a:pt x="5436" y="52347"/>
                </a:moveTo>
                <a:lnTo>
                  <a:pt x="2666" y="52578"/>
                </a:lnTo>
                <a:lnTo>
                  <a:pt x="1422" y="57023"/>
                </a:lnTo>
                <a:lnTo>
                  <a:pt x="1396" y="58194"/>
                </a:lnTo>
                <a:lnTo>
                  <a:pt x="2031" y="56642"/>
                </a:lnTo>
                <a:lnTo>
                  <a:pt x="18453" y="56642"/>
                </a:lnTo>
                <a:lnTo>
                  <a:pt x="18668" y="54483"/>
                </a:lnTo>
                <a:lnTo>
                  <a:pt x="19140" y="54483"/>
                </a:lnTo>
                <a:lnTo>
                  <a:pt x="19249" y="54102"/>
                </a:lnTo>
                <a:lnTo>
                  <a:pt x="4444" y="54102"/>
                </a:lnTo>
                <a:lnTo>
                  <a:pt x="5436" y="52347"/>
                </a:lnTo>
                <a:close/>
              </a:path>
              <a:path extrusionOk="0" h="70485" w="22860">
                <a:moveTo>
                  <a:pt x="20764" y="55753"/>
                </a:moveTo>
                <a:lnTo>
                  <a:pt x="19938" y="55753"/>
                </a:lnTo>
                <a:lnTo>
                  <a:pt x="19689" y="57371"/>
                </a:lnTo>
                <a:lnTo>
                  <a:pt x="20574" y="56134"/>
                </a:lnTo>
                <a:lnTo>
                  <a:pt x="20764" y="55753"/>
                </a:lnTo>
                <a:close/>
              </a:path>
              <a:path extrusionOk="0" h="70485" w="22860">
                <a:moveTo>
                  <a:pt x="4360" y="45278"/>
                </a:moveTo>
                <a:lnTo>
                  <a:pt x="3555" y="47371"/>
                </a:lnTo>
                <a:lnTo>
                  <a:pt x="2076" y="51435"/>
                </a:lnTo>
                <a:lnTo>
                  <a:pt x="1479" y="54102"/>
                </a:lnTo>
                <a:lnTo>
                  <a:pt x="1396" y="57113"/>
                </a:lnTo>
                <a:lnTo>
                  <a:pt x="2666" y="52578"/>
                </a:lnTo>
                <a:lnTo>
                  <a:pt x="5436" y="52347"/>
                </a:lnTo>
                <a:lnTo>
                  <a:pt x="6095" y="51181"/>
                </a:lnTo>
                <a:lnTo>
                  <a:pt x="9397" y="47879"/>
                </a:lnTo>
                <a:lnTo>
                  <a:pt x="11937" y="46609"/>
                </a:lnTo>
                <a:lnTo>
                  <a:pt x="4317" y="46609"/>
                </a:lnTo>
                <a:lnTo>
                  <a:pt x="4360" y="45278"/>
                </a:lnTo>
                <a:close/>
              </a:path>
              <a:path extrusionOk="0" h="70485" w="22860">
                <a:moveTo>
                  <a:pt x="18668" y="54483"/>
                </a:moveTo>
                <a:lnTo>
                  <a:pt x="18414" y="57023"/>
                </a:lnTo>
                <a:lnTo>
                  <a:pt x="18668" y="56134"/>
                </a:lnTo>
                <a:lnTo>
                  <a:pt x="18668" y="54483"/>
                </a:lnTo>
                <a:close/>
              </a:path>
              <a:path extrusionOk="0" h="70485" w="22860">
                <a:moveTo>
                  <a:pt x="18704" y="56009"/>
                </a:moveTo>
                <a:lnTo>
                  <a:pt x="18414" y="57023"/>
                </a:lnTo>
                <a:lnTo>
                  <a:pt x="18728" y="57023"/>
                </a:lnTo>
                <a:lnTo>
                  <a:pt x="18704" y="56009"/>
                </a:lnTo>
                <a:close/>
              </a:path>
              <a:path extrusionOk="0" h="70485" w="22860">
                <a:moveTo>
                  <a:pt x="19140" y="54483"/>
                </a:moveTo>
                <a:lnTo>
                  <a:pt x="18668" y="54483"/>
                </a:lnTo>
                <a:lnTo>
                  <a:pt x="18704" y="56009"/>
                </a:lnTo>
                <a:lnTo>
                  <a:pt x="19140" y="54483"/>
                </a:lnTo>
                <a:close/>
              </a:path>
              <a:path extrusionOk="0" h="70485" w="22860">
                <a:moveTo>
                  <a:pt x="16382" y="51435"/>
                </a:moveTo>
                <a:lnTo>
                  <a:pt x="5436" y="52347"/>
                </a:lnTo>
                <a:lnTo>
                  <a:pt x="4444" y="54102"/>
                </a:lnTo>
                <a:lnTo>
                  <a:pt x="16382" y="51435"/>
                </a:lnTo>
                <a:close/>
              </a:path>
              <a:path extrusionOk="0" h="70485" w="22860">
                <a:moveTo>
                  <a:pt x="20026" y="51435"/>
                </a:moveTo>
                <a:lnTo>
                  <a:pt x="16382" y="51435"/>
                </a:lnTo>
                <a:lnTo>
                  <a:pt x="4444" y="54102"/>
                </a:lnTo>
                <a:lnTo>
                  <a:pt x="19249" y="54102"/>
                </a:lnTo>
                <a:lnTo>
                  <a:pt x="19648" y="52705"/>
                </a:lnTo>
                <a:lnTo>
                  <a:pt x="20026" y="51435"/>
                </a:lnTo>
                <a:close/>
              </a:path>
              <a:path extrusionOk="0" h="70485" w="22860">
                <a:moveTo>
                  <a:pt x="19684" y="52578"/>
                </a:moveTo>
                <a:close/>
              </a:path>
              <a:path extrusionOk="0" h="70485" w="22860">
                <a:moveTo>
                  <a:pt x="19719" y="52578"/>
                </a:moveTo>
                <a:close/>
              </a:path>
              <a:path extrusionOk="0" h="70485" w="22860">
                <a:moveTo>
                  <a:pt x="12191" y="46482"/>
                </a:moveTo>
                <a:lnTo>
                  <a:pt x="9397" y="47879"/>
                </a:lnTo>
                <a:lnTo>
                  <a:pt x="6095" y="51181"/>
                </a:lnTo>
                <a:lnTo>
                  <a:pt x="5436" y="52347"/>
                </a:lnTo>
                <a:lnTo>
                  <a:pt x="16382" y="51435"/>
                </a:lnTo>
                <a:lnTo>
                  <a:pt x="20026" y="51435"/>
                </a:lnTo>
                <a:lnTo>
                  <a:pt x="20182" y="50857"/>
                </a:lnTo>
                <a:lnTo>
                  <a:pt x="10794" y="47498"/>
                </a:lnTo>
                <a:lnTo>
                  <a:pt x="12191" y="46482"/>
                </a:lnTo>
                <a:close/>
              </a:path>
              <a:path extrusionOk="0" h="70485" w="22860">
                <a:moveTo>
                  <a:pt x="20950" y="46482"/>
                </a:moveTo>
                <a:lnTo>
                  <a:pt x="12191" y="46482"/>
                </a:lnTo>
                <a:lnTo>
                  <a:pt x="10794" y="47498"/>
                </a:lnTo>
                <a:lnTo>
                  <a:pt x="20182" y="50857"/>
                </a:lnTo>
                <a:lnTo>
                  <a:pt x="20574" y="49403"/>
                </a:lnTo>
                <a:lnTo>
                  <a:pt x="20868" y="47244"/>
                </a:lnTo>
                <a:lnTo>
                  <a:pt x="20950" y="46482"/>
                </a:lnTo>
                <a:close/>
              </a:path>
              <a:path extrusionOk="0" h="70485" w="22860">
                <a:moveTo>
                  <a:pt x="3555" y="47244"/>
                </a:moveTo>
                <a:lnTo>
                  <a:pt x="3511" y="47371"/>
                </a:lnTo>
                <a:lnTo>
                  <a:pt x="3555" y="47244"/>
                </a:lnTo>
                <a:close/>
              </a:path>
              <a:path extrusionOk="0" h="70485" w="22860">
                <a:moveTo>
                  <a:pt x="4825" y="44069"/>
                </a:moveTo>
                <a:lnTo>
                  <a:pt x="4360" y="45278"/>
                </a:lnTo>
                <a:lnTo>
                  <a:pt x="4317" y="46609"/>
                </a:lnTo>
                <a:lnTo>
                  <a:pt x="4825" y="44069"/>
                </a:lnTo>
                <a:close/>
              </a:path>
              <a:path extrusionOk="0" h="70485" w="22860">
                <a:moveTo>
                  <a:pt x="20873" y="44069"/>
                </a:moveTo>
                <a:lnTo>
                  <a:pt x="4825" y="44069"/>
                </a:lnTo>
                <a:lnTo>
                  <a:pt x="4317" y="46609"/>
                </a:lnTo>
                <a:lnTo>
                  <a:pt x="11937" y="46609"/>
                </a:lnTo>
                <a:lnTo>
                  <a:pt x="12191" y="46482"/>
                </a:lnTo>
                <a:lnTo>
                  <a:pt x="20950" y="46482"/>
                </a:lnTo>
                <a:lnTo>
                  <a:pt x="20873" y="44069"/>
                </a:lnTo>
                <a:close/>
              </a:path>
              <a:path extrusionOk="0" h="70485" w="22860">
                <a:moveTo>
                  <a:pt x="20832" y="42799"/>
                </a:moveTo>
                <a:lnTo>
                  <a:pt x="4440" y="42799"/>
                </a:lnTo>
                <a:lnTo>
                  <a:pt x="4360" y="45278"/>
                </a:lnTo>
                <a:lnTo>
                  <a:pt x="4825" y="44069"/>
                </a:lnTo>
                <a:lnTo>
                  <a:pt x="20873" y="44069"/>
                </a:lnTo>
                <a:lnTo>
                  <a:pt x="20832" y="42799"/>
                </a:lnTo>
                <a:close/>
              </a:path>
              <a:path extrusionOk="0" h="70485" w="22860">
                <a:moveTo>
                  <a:pt x="4444" y="42672"/>
                </a:moveTo>
                <a:close/>
              </a:path>
              <a:path extrusionOk="0" h="70485" w="22860">
                <a:moveTo>
                  <a:pt x="20450" y="33020"/>
                </a:moveTo>
                <a:lnTo>
                  <a:pt x="4818" y="33020"/>
                </a:lnTo>
                <a:lnTo>
                  <a:pt x="4571" y="37211"/>
                </a:lnTo>
                <a:lnTo>
                  <a:pt x="4444" y="42799"/>
                </a:lnTo>
                <a:lnTo>
                  <a:pt x="20827" y="42799"/>
                </a:lnTo>
                <a:lnTo>
                  <a:pt x="20574" y="37465"/>
                </a:lnTo>
                <a:lnTo>
                  <a:pt x="20450" y="33020"/>
                </a:lnTo>
                <a:close/>
              </a:path>
              <a:path extrusionOk="0" h="70485" w="22860">
                <a:moveTo>
                  <a:pt x="4825" y="32893"/>
                </a:moveTo>
                <a:close/>
              </a:path>
              <a:path extrusionOk="0" h="70485" w="22860">
                <a:moveTo>
                  <a:pt x="19961" y="25781"/>
                </a:moveTo>
                <a:lnTo>
                  <a:pt x="5184" y="25781"/>
                </a:lnTo>
                <a:lnTo>
                  <a:pt x="4952" y="28448"/>
                </a:lnTo>
                <a:lnTo>
                  <a:pt x="4825" y="33020"/>
                </a:lnTo>
                <a:lnTo>
                  <a:pt x="20446" y="33020"/>
                </a:lnTo>
                <a:lnTo>
                  <a:pt x="20192" y="28702"/>
                </a:lnTo>
                <a:lnTo>
                  <a:pt x="20192" y="28448"/>
                </a:lnTo>
                <a:lnTo>
                  <a:pt x="19961" y="25781"/>
                </a:lnTo>
                <a:close/>
              </a:path>
              <a:path extrusionOk="0" h="70485" w="22860">
                <a:moveTo>
                  <a:pt x="5206" y="25527"/>
                </a:moveTo>
                <a:lnTo>
                  <a:pt x="5184" y="25781"/>
                </a:lnTo>
                <a:lnTo>
                  <a:pt x="5206" y="25527"/>
                </a:lnTo>
                <a:close/>
              </a:path>
              <a:path extrusionOk="0" h="70485" w="22860">
                <a:moveTo>
                  <a:pt x="19430" y="16002"/>
                </a:moveTo>
                <a:lnTo>
                  <a:pt x="5714" y="16002"/>
                </a:lnTo>
                <a:lnTo>
                  <a:pt x="5841" y="18034"/>
                </a:lnTo>
                <a:lnTo>
                  <a:pt x="5595" y="18034"/>
                </a:lnTo>
                <a:lnTo>
                  <a:pt x="5455" y="20447"/>
                </a:lnTo>
                <a:lnTo>
                  <a:pt x="5206" y="25781"/>
                </a:lnTo>
                <a:lnTo>
                  <a:pt x="19938" y="25781"/>
                </a:lnTo>
                <a:lnTo>
                  <a:pt x="19801" y="20320"/>
                </a:lnTo>
                <a:lnTo>
                  <a:pt x="19605" y="18034"/>
                </a:lnTo>
                <a:lnTo>
                  <a:pt x="5841" y="18034"/>
                </a:lnTo>
                <a:lnTo>
                  <a:pt x="5645" y="17182"/>
                </a:lnTo>
                <a:lnTo>
                  <a:pt x="19532" y="17182"/>
                </a:lnTo>
                <a:lnTo>
                  <a:pt x="19430" y="16002"/>
                </a:lnTo>
                <a:close/>
              </a:path>
              <a:path extrusionOk="0" h="70485" w="22860">
                <a:moveTo>
                  <a:pt x="19938" y="25527"/>
                </a:moveTo>
                <a:lnTo>
                  <a:pt x="19938" y="25781"/>
                </a:lnTo>
                <a:lnTo>
                  <a:pt x="19938" y="25527"/>
                </a:lnTo>
                <a:close/>
              </a:path>
              <a:path extrusionOk="0" h="70485" w="22860">
                <a:moveTo>
                  <a:pt x="5714" y="16002"/>
                </a:moveTo>
                <a:lnTo>
                  <a:pt x="5645" y="17182"/>
                </a:lnTo>
                <a:lnTo>
                  <a:pt x="5841" y="18034"/>
                </a:lnTo>
                <a:lnTo>
                  <a:pt x="5714" y="16002"/>
                </a:lnTo>
                <a:close/>
              </a:path>
              <a:path extrusionOk="0" h="70485" w="22860">
                <a:moveTo>
                  <a:pt x="5328" y="8786"/>
                </a:moveTo>
                <a:lnTo>
                  <a:pt x="5206" y="10668"/>
                </a:lnTo>
                <a:lnTo>
                  <a:pt x="5079" y="14732"/>
                </a:lnTo>
                <a:lnTo>
                  <a:pt x="5645" y="17182"/>
                </a:lnTo>
                <a:lnTo>
                  <a:pt x="5714" y="16002"/>
                </a:lnTo>
                <a:lnTo>
                  <a:pt x="19430" y="16002"/>
                </a:lnTo>
                <a:lnTo>
                  <a:pt x="18922" y="13716"/>
                </a:lnTo>
                <a:lnTo>
                  <a:pt x="18364" y="12319"/>
                </a:lnTo>
                <a:lnTo>
                  <a:pt x="18033" y="12319"/>
                </a:lnTo>
                <a:lnTo>
                  <a:pt x="17652" y="10541"/>
                </a:lnTo>
                <a:lnTo>
                  <a:pt x="17824" y="10541"/>
                </a:lnTo>
                <a:lnTo>
                  <a:pt x="17809" y="10414"/>
                </a:lnTo>
                <a:lnTo>
                  <a:pt x="6476" y="10414"/>
                </a:lnTo>
                <a:lnTo>
                  <a:pt x="5328" y="8786"/>
                </a:lnTo>
                <a:close/>
              </a:path>
              <a:path extrusionOk="0" h="70485" w="22860">
                <a:moveTo>
                  <a:pt x="17652" y="10541"/>
                </a:moveTo>
                <a:lnTo>
                  <a:pt x="18033" y="12319"/>
                </a:lnTo>
                <a:lnTo>
                  <a:pt x="17896" y="11149"/>
                </a:lnTo>
                <a:lnTo>
                  <a:pt x="17652" y="10541"/>
                </a:lnTo>
                <a:close/>
              </a:path>
              <a:path extrusionOk="0" h="70485" w="22860">
                <a:moveTo>
                  <a:pt x="17896" y="11149"/>
                </a:moveTo>
                <a:lnTo>
                  <a:pt x="18033" y="12319"/>
                </a:lnTo>
                <a:lnTo>
                  <a:pt x="18364" y="12319"/>
                </a:lnTo>
                <a:lnTo>
                  <a:pt x="17896" y="11149"/>
                </a:lnTo>
                <a:close/>
              </a:path>
              <a:path extrusionOk="0" h="70485" w="22860">
                <a:moveTo>
                  <a:pt x="17824" y="10541"/>
                </a:moveTo>
                <a:lnTo>
                  <a:pt x="17652" y="10541"/>
                </a:lnTo>
                <a:lnTo>
                  <a:pt x="17896" y="11149"/>
                </a:lnTo>
                <a:lnTo>
                  <a:pt x="17824" y="10541"/>
                </a:lnTo>
                <a:close/>
              </a:path>
              <a:path extrusionOk="0" h="70485" w="22860">
                <a:moveTo>
                  <a:pt x="5206" y="10160"/>
                </a:moveTo>
                <a:lnTo>
                  <a:pt x="5147" y="10668"/>
                </a:lnTo>
                <a:lnTo>
                  <a:pt x="5206" y="10160"/>
                </a:lnTo>
                <a:close/>
              </a:path>
              <a:path extrusionOk="0" h="70485" w="22860">
                <a:moveTo>
                  <a:pt x="17874" y="10160"/>
                </a:moveTo>
                <a:lnTo>
                  <a:pt x="17906" y="10668"/>
                </a:lnTo>
                <a:lnTo>
                  <a:pt x="17874" y="10160"/>
                </a:lnTo>
                <a:close/>
              </a:path>
              <a:path extrusionOk="0" h="70485" w="22860">
                <a:moveTo>
                  <a:pt x="5461" y="6731"/>
                </a:moveTo>
                <a:lnTo>
                  <a:pt x="5328" y="8786"/>
                </a:lnTo>
                <a:lnTo>
                  <a:pt x="6476" y="10414"/>
                </a:lnTo>
                <a:lnTo>
                  <a:pt x="5461" y="6731"/>
                </a:lnTo>
                <a:close/>
              </a:path>
              <a:path extrusionOk="0" h="70485" w="22860">
                <a:moveTo>
                  <a:pt x="6451" y="6731"/>
                </a:moveTo>
                <a:lnTo>
                  <a:pt x="5461" y="6731"/>
                </a:lnTo>
                <a:lnTo>
                  <a:pt x="6476" y="10414"/>
                </a:lnTo>
                <a:lnTo>
                  <a:pt x="17809" y="10414"/>
                </a:lnTo>
                <a:lnTo>
                  <a:pt x="17874" y="10160"/>
                </a:lnTo>
                <a:lnTo>
                  <a:pt x="17784" y="8763"/>
                </a:lnTo>
                <a:lnTo>
                  <a:pt x="7874" y="8763"/>
                </a:lnTo>
                <a:lnTo>
                  <a:pt x="6567" y="7747"/>
                </a:lnTo>
                <a:lnTo>
                  <a:pt x="5968" y="7747"/>
                </a:lnTo>
                <a:lnTo>
                  <a:pt x="5587" y="6985"/>
                </a:lnTo>
                <a:lnTo>
                  <a:pt x="7030" y="6985"/>
                </a:lnTo>
                <a:lnTo>
                  <a:pt x="6451" y="6731"/>
                </a:lnTo>
                <a:close/>
              </a:path>
              <a:path extrusionOk="0" h="70485" w="22860">
                <a:moveTo>
                  <a:pt x="3555" y="5461"/>
                </a:moveTo>
                <a:lnTo>
                  <a:pt x="4571" y="7620"/>
                </a:lnTo>
                <a:lnTo>
                  <a:pt x="4952" y="8255"/>
                </a:lnTo>
                <a:lnTo>
                  <a:pt x="5328" y="8786"/>
                </a:lnTo>
                <a:lnTo>
                  <a:pt x="5461" y="6731"/>
                </a:lnTo>
                <a:lnTo>
                  <a:pt x="6451" y="6731"/>
                </a:lnTo>
                <a:lnTo>
                  <a:pt x="3555" y="5461"/>
                </a:lnTo>
                <a:close/>
              </a:path>
              <a:path extrusionOk="0" h="70485" w="22860">
                <a:moveTo>
                  <a:pt x="8671" y="7704"/>
                </a:moveTo>
                <a:lnTo>
                  <a:pt x="7874" y="8763"/>
                </a:lnTo>
                <a:lnTo>
                  <a:pt x="10159" y="8763"/>
                </a:lnTo>
                <a:lnTo>
                  <a:pt x="10493" y="8503"/>
                </a:lnTo>
                <a:lnTo>
                  <a:pt x="8671" y="7704"/>
                </a:lnTo>
                <a:close/>
              </a:path>
              <a:path extrusionOk="0" h="70485" w="22860">
                <a:moveTo>
                  <a:pt x="10493" y="8503"/>
                </a:moveTo>
                <a:lnTo>
                  <a:pt x="10159" y="8763"/>
                </a:lnTo>
                <a:lnTo>
                  <a:pt x="10794" y="8636"/>
                </a:lnTo>
                <a:lnTo>
                  <a:pt x="10493" y="8503"/>
                </a:lnTo>
                <a:close/>
              </a:path>
              <a:path extrusionOk="0" h="70485" w="22860">
                <a:moveTo>
                  <a:pt x="12445" y="6985"/>
                </a:moveTo>
                <a:lnTo>
                  <a:pt x="10493" y="8503"/>
                </a:lnTo>
                <a:lnTo>
                  <a:pt x="10794" y="8636"/>
                </a:lnTo>
                <a:lnTo>
                  <a:pt x="10159" y="8763"/>
                </a:lnTo>
                <a:lnTo>
                  <a:pt x="17784" y="8763"/>
                </a:lnTo>
                <a:lnTo>
                  <a:pt x="17718" y="7747"/>
                </a:lnTo>
                <a:lnTo>
                  <a:pt x="11937" y="7747"/>
                </a:lnTo>
                <a:lnTo>
                  <a:pt x="12445" y="6985"/>
                </a:lnTo>
                <a:close/>
              </a:path>
              <a:path extrusionOk="0" h="70485" w="22860">
                <a:moveTo>
                  <a:pt x="5587" y="6985"/>
                </a:moveTo>
                <a:lnTo>
                  <a:pt x="5968" y="7747"/>
                </a:lnTo>
                <a:lnTo>
                  <a:pt x="6567" y="7747"/>
                </a:lnTo>
                <a:lnTo>
                  <a:pt x="5587" y="6985"/>
                </a:lnTo>
                <a:close/>
              </a:path>
              <a:path extrusionOk="0" h="70485" w="22860">
                <a:moveTo>
                  <a:pt x="7030" y="6985"/>
                </a:moveTo>
                <a:lnTo>
                  <a:pt x="5587" y="6985"/>
                </a:lnTo>
                <a:lnTo>
                  <a:pt x="6567" y="7747"/>
                </a:lnTo>
                <a:lnTo>
                  <a:pt x="8639" y="7747"/>
                </a:lnTo>
                <a:lnTo>
                  <a:pt x="7030" y="6985"/>
                </a:lnTo>
                <a:close/>
              </a:path>
              <a:path extrusionOk="0" h="70485" w="22860">
                <a:moveTo>
                  <a:pt x="14477" y="0"/>
                </a:moveTo>
                <a:lnTo>
                  <a:pt x="8735" y="7620"/>
                </a:lnTo>
                <a:lnTo>
                  <a:pt x="8768" y="7747"/>
                </a:lnTo>
                <a:lnTo>
                  <a:pt x="11466" y="7747"/>
                </a:lnTo>
                <a:lnTo>
                  <a:pt x="12445" y="6985"/>
                </a:lnTo>
                <a:lnTo>
                  <a:pt x="17669" y="6985"/>
                </a:lnTo>
                <a:lnTo>
                  <a:pt x="17652" y="6731"/>
                </a:lnTo>
                <a:lnTo>
                  <a:pt x="16637" y="3683"/>
                </a:lnTo>
                <a:lnTo>
                  <a:pt x="15561" y="2159"/>
                </a:lnTo>
                <a:lnTo>
                  <a:pt x="15112" y="1524"/>
                </a:lnTo>
                <a:lnTo>
                  <a:pt x="14477" y="0"/>
                </a:lnTo>
                <a:close/>
              </a:path>
              <a:path extrusionOk="0" h="70485" w="22860">
                <a:moveTo>
                  <a:pt x="17669" y="6985"/>
                </a:moveTo>
                <a:lnTo>
                  <a:pt x="12445" y="6985"/>
                </a:lnTo>
                <a:lnTo>
                  <a:pt x="11937" y="7747"/>
                </a:lnTo>
                <a:lnTo>
                  <a:pt x="17718" y="7747"/>
                </a:lnTo>
                <a:lnTo>
                  <a:pt x="17669" y="6985"/>
                </a:lnTo>
                <a:close/>
              </a:path>
              <a:path extrusionOk="0" h="70485" w="22860">
                <a:moveTo>
                  <a:pt x="15112" y="1524"/>
                </a:moveTo>
                <a:lnTo>
                  <a:pt x="15493" y="2159"/>
                </a:lnTo>
                <a:lnTo>
                  <a:pt x="15359" y="1873"/>
                </a:lnTo>
                <a:lnTo>
                  <a:pt x="15112" y="1524"/>
                </a:lnTo>
                <a:close/>
              </a:path>
              <a:path extrusionOk="0" h="70485" w="22860">
                <a:moveTo>
                  <a:pt x="15359" y="1873"/>
                </a:moveTo>
                <a:lnTo>
                  <a:pt x="15493" y="2159"/>
                </a:lnTo>
                <a:lnTo>
                  <a:pt x="15359" y="1873"/>
                </a:lnTo>
                <a:close/>
              </a:path>
              <a:path extrusionOk="0" h="70485" w="22860">
                <a:moveTo>
                  <a:pt x="15195" y="1524"/>
                </a:moveTo>
                <a:lnTo>
                  <a:pt x="15359" y="1873"/>
                </a:lnTo>
                <a:lnTo>
                  <a:pt x="15195" y="15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3263900" y="363219"/>
            <a:ext cx="56610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</a:t>
            </a:r>
            <a:endParaRPr/>
          </a:p>
        </p:txBody>
      </p:sp>
      <p:pic>
        <p:nvPicPr>
          <p:cNvPr id="241" name="Google Shape;2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347" y="1542161"/>
            <a:ext cx="63496" cy="7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9738" y="1966848"/>
            <a:ext cx="67436" cy="9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0232" y="2768600"/>
            <a:ext cx="92075" cy="8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7104" y="4364609"/>
            <a:ext cx="75565" cy="7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19091" y="5986614"/>
            <a:ext cx="63896" cy="83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9259" y="5964732"/>
            <a:ext cx="70429" cy="10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59096" y="1687702"/>
            <a:ext cx="91842" cy="9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45121" y="5646089"/>
            <a:ext cx="94370" cy="90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5"/>
          <p:cNvGrpSpPr/>
          <p:nvPr/>
        </p:nvGrpSpPr>
        <p:grpSpPr>
          <a:xfrm>
            <a:off x="2130805" y="1837563"/>
            <a:ext cx="3409823" cy="3352925"/>
            <a:chOff x="2130805" y="1837563"/>
            <a:chExt cx="3409823" cy="3352925"/>
          </a:xfrm>
        </p:grpSpPr>
        <p:pic>
          <p:nvPicPr>
            <p:cNvPr id="250" name="Google Shape;250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56555" y="1837563"/>
              <a:ext cx="102743" cy="900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236571" y="2539746"/>
              <a:ext cx="79140" cy="93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601848" y="4700651"/>
              <a:ext cx="64410" cy="104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778797" y="2950337"/>
              <a:ext cx="8429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540759" y="4996180"/>
              <a:ext cx="78866" cy="33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537203" y="5093842"/>
              <a:ext cx="116078" cy="96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130805" y="1946148"/>
              <a:ext cx="3409823" cy="3228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7" name="Google Shape;257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675817" y="5232780"/>
            <a:ext cx="92538" cy="8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573911" y="4117721"/>
            <a:ext cx="101409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76070" y="2654680"/>
            <a:ext cx="93453" cy="97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15"/>
          <p:cNvGrpSpPr/>
          <p:nvPr/>
        </p:nvGrpSpPr>
        <p:grpSpPr>
          <a:xfrm>
            <a:off x="6954646" y="2264029"/>
            <a:ext cx="2657094" cy="2705608"/>
            <a:chOff x="6954646" y="2264029"/>
            <a:chExt cx="2657094" cy="2705608"/>
          </a:xfrm>
        </p:grpSpPr>
        <p:pic>
          <p:nvPicPr>
            <p:cNvPr id="261" name="Google Shape;261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169403" y="4287774"/>
              <a:ext cx="205231" cy="187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289672" y="4535551"/>
              <a:ext cx="335025" cy="1497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5"/>
            <p:cNvSpPr/>
            <p:nvPr/>
          </p:nvSpPr>
          <p:spPr>
            <a:xfrm>
              <a:off x="7463281" y="4447921"/>
              <a:ext cx="12700" cy="12065"/>
            </a:xfrm>
            <a:custGeom>
              <a:rect b="b" l="l" r="r" t="t"/>
              <a:pathLst>
                <a:path extrusionOk="0" h="12064" w="12700">
                  <a:moveTo>
                    <a:pt x="0" y="0"/>
                  </a:moveTo>
                  <a:lnTo>
                    <a:pt x="10287" y="11937"/>
                  </a:lnTo>
                  <a:lnTo>
                    <a:pt x="12700" y="9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4" name="Google Shape;264;p1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954646" y="2264029"/>
              <a:ext cx="2657094" cy="27056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" name="Google Shape;265;p15"/>
          <p:cNvGrpSpPr/>
          <p:nvPr/>
        </p:nvGrpSpPr>
        <p:grpSpPr>
          <a:xfrm>
            <a:off x="5832221" y="1271142"/>
            <a:ext cx="561339" cy="5208435"/>
            <a:chOff x="5832221" y="1271142"/>
            <a:chExt cx="561339" cy="5208435"/>
          </a:xfrm>
        </p:grpSpPr>
        <p:pic>
          <p:nvPicPr>
            <p:cNvPr id="266" name="Google Shape;266;p1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832221" y="1390776"/>
              <a:ext cx="561339" cy="5088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1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078142" y="1271142"/>
              <a:ext cx="84786" cy="1328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8" name="Google Shape;268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276335" y="5089778"/>
            <a:ext cx="41148" cy="4025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5"/>
          <p:cNvSpPr/>
          <p:nvPr/>
        </p:nvSpPr>
        <p:spPr>
          <a:xfrm>
            <a:off x="3756533" y="5266690"/>
            <a:ext cx="22860" cy="70485"/>
          </a:xfrm>
          <a:custGeom>
            <a:rect b="b" l="l" r="r" t="t"/>
            <a:pathLst>
              <a:path extrusionOk="0" h="70485" w="22860">
                <a:moveTo>
                  <a:pt x="1396" y="58194"/>
                </a:moveTo>
                <a:lnTo>
                  <a:pt x="888" y="59436"/>
                </a:lnTo>
                <a:lnTo>
                  <a:pt x="253" y="62357"/>
                </a:lnTo>
                <a:lnTo>
                  <a:pt x="126" y="68199"/>
                </a:lnTo>
                <a:lnTo>
                  <a:pt x="0" y="70358"/>
                </a:lnTo>
                <a:lnTo>
                  <a:pt x="17906" y="68199"/>
                </a:lnTo>
                <a:lnTo>
                  <a:pt x="17906" y="65659"/>
                </a:lnTo>
                <a:lnTo>
                  <a:pt x="17399" y="65659"/>
                </a:lnTo>
                <a:lnTo>
                  <a:pt x="17442" y="65278"/>
                </a:lnTo>
                <a:lnTo>
                  <a:pt x="15366" y="65278"/>
                </a:lnTo>
                <a:lnTo>
                  <a:pt x="17500" y="59944"/>
                </a:lnTo>
                <a:lnTo>
                  <a:pt x="1396" y="59944"/>
                </a:lnTo>
                <a:lnTo>
                  <a:pt x="1396" y="58194"/>
                </a:lnTo>
                <a:close/>
              </a:path>
              <a:path extrusionOk="0" h="70485" w="22860">
                <a:moveTo>
                  <a:pt x="17906" y="68199"/>
                </a:moveTo>
                <a:lnTo>
                  <a:pt x="0" y="70358"/>
                </a:lnTo>
                <a:lnTo>
                  <a:pt x="17906" y="69342"/>
                </a:lnTo>
                <a:lnTo>
                  <a:pt x="17906" y="68199"/>
                </a:lnTo>
                <a:close/>
              </a:path>
              <a:path extrusionOk="0" h="70485" w="22860">
                <a:moveTo>
                  <a:pt x="1396" y="57113"/>
                </a:moveTo>
                <a:lnTo>
                  <a:pt x="67" y="61862"/>
                </a:lnTo>
                <a:lnTo>
                  <a:pt x="0" y="68834"/>
                </a:lnTo>
                <a:lnTo>
                  <a:pt x="126" y="63500"/>
                </a:lnTo>
                <a:lnTo>
                  <a:pt x="253" y="62357"/>
                </a:lnTo>
                <a:lnTo>
                  <a:pt x="888" y="59436"/>
                </a:lnTo>
                <a:lnTo>
                  <a:pt x="1396" y="58194"/>
                </a:lnTo>
                <a:lnTo>
                  <a:pt x="1396" y="57113"/>
                </a:lnTo>
                <a:close/>
              </a:path>
              <a:path extrusionOk="0" h="70485" w="22860">
                <a:moveTo>
                  <a:pt x="126" y="67818"/>
                </a:moveTo>
                <a:lnTo>
                  <a:pt x="79" y="68199"/>
                </a:lnTo>
                <a:lnTo>
                  <a:pt x="126" y="67818"/>
                </a:lnTo>
                <a:close/>
              </a:path>
              <a:path extrusionOk="0" h="70485" w="22860">
                <a:moveTo>
                  <a:pt x="17779" y="62357"/>
                </a:moveTo>
                <a:lnTo>
                  <a:pt x="17399" y="65659"/>
                </a:lnTo>
                <a:lnTo>
                  <a:pt x="17824" y="64262"/>
                </a:lnTo>
                <a:lnTo>
                  <a:pt x="17779" y="62357"/>
                </a:lnTo>
                <a:close/>
              </a:path>
              <a:path extrusionOk="0" h="70485" w="22860">
                <a:moveTo>
                  <a:pt x="17906" y="63989"/>
                </a:moveTo>
                <a:lnTo>
                  <a:pt x="17399" y="65659"/>
                </a:lnTo>
                <a:lnTo>
                  <a:pt x="17906" y="65659"/>
                </a:lnTo>
                <a:lnTo>
                  <a:pt x="17906" y="63989"/>
                </a:lnTo>
                <a:close/>
              </a:path>
              <a:path extrusionOk="0" h="70485" w="22860">
                <a:moveTo>
                  <a:pt x="17906" y="58928"/>
                </a:moveTo>
                <a:lnTo>
                  <a:pt x="15366" y="65278"/>
                </a:lnTo>
                <a:lnTo>
                  <a:pt x="16382" y="64135"/>
                </a:lnTo>
                <a:lnTo>
                  <a:pt x="17017" y="63500"/>
                </a:lnTo>
                <a:lnTo>
                  <a:pt x="17906" y="61862"/>
                </a:lnTo>
                <a:lnTo>
                  <a:pt x="17906" y="58928"/>
                </a:lnTo>
                <a:close/>
              </a:path>
              <a:path extrusionOk="0" h="70485" w="22860">
                <a:moveTo>
                  <a:pt x="17906" y="61862"/>
                </a:moveTo>
                <a:lnTo>
                  <a:pt x="17017" y="63500"/>
                </a:lnTo>
                <a:lnTo>
                  <a:pt x="16382" y="64262"/>
                </a:lnTo>
                <a:lnTo>
                  <a:pt x="15366" y="65278"/>
                </a:lnTo>
                <a:lnTo>
                  <a:pt x="17442" y="65278"/>
                </a:lnTo>
                <a:lnTo>
                  <a:pt x="17779" y="62357"/>
                </a:lnTo>
                <a:lnTo>
                  <a:pt x="17906" y="61862"/>
                </a:lnTo>
                <a:close/>
              </a:path>
              <a:path extrusionOk="0" h="70485" w="22860">
                <a:moveTo>
                  <a:pt x="16382" y="64135"/>
                </a:moveTo>
                <a:lnTo>
                  <a:pt x="16270" y="64262"/>
                </a:lnTo>
                <a:lnTo>
                  <a:pt x="16382" y="64135"/>
                </a:lnTo>
                <a:close/>
              </a:path>
              <a:path extrusionOk="0" h="70485" w="22860">
                <a:moveTo>
                  <a:pt x="16488" y="64135"/>
                </a:moveTo>
                <a:lnTo>
                  <a:pt x="16382" y="64262"/>
                </a:lnTo>
                <a:lnTo>
                  <a:pt x="16488" y="64135"/>
                </a:lnTo>
                <a:close/>
              </a:path>
              <a:path extrusionOk="0" h="70485" w="22860">
                <a:moveTo>
                  <a:pt x="18719" y="60366"/>
                </a:moveTo>
                <a:lnTo>
                  <a:pt x="17906" y="61862"/>
                </a:lnTo>
                <a:lnTo>
                  <a:pt x="17906" y="63989"/>
                </a:lnTo>
                <a:lnTo>
                  <a:pt x="18287" y="62738"/>
                </a:lnTo>
                <a:lnTo>
                  <a:pt x="18719" y="60366"/>
                </a:lnTo>
                <a:close/>
              </a:path>
              <a:path extrusionOk="0" h="70485" w="22860">
                <a:moveTo>
                  <a:pt x="17906" y="62357"/>
                </a:moveTo>
                <a:lnTo>
                  <a:pt x="17906" y="63500"/>
                </a:lnTo>
                <a:lnTo>
                  <a:pt x="17906" y="62357"/>
                </a:lnTo>
                <a:close/>
              </a:path>
              <a:path extrusionOk="0" h="70485" w="22860">
                <a:moveTo>
                  <a:pt x="18772" y="58928"/>
                </a:moveTo>
                <a:lnTo>
                  <a:pt x="17906" y="58928"/>
                </a:lnTo>
                <a:lnTo>
                  <a:pt x="17906" y="61862"/>
                </a:lnTo>
                <a:lnTo>
                  <a:pt x="18719" y="60366"/>
                </a:lnTo>
                <a:lnTo>
                  <a:pt x="18772" y="58928"/>
                </a:lnTo>
                <a:close/>
              </a:path>
              <a:path extrusionOk="0" h="70485" w="22860">
                <a:moveTo>
                  <a:pt x="19689" y="57371"/>
                </a:moveTo>
                <a:lnTo>
                  <a:pt x="18832" y="58572"/>
                </a:lnTo>
                <a:lnTo>
                  <a:pt x="18719" y="60366"/>
                </a:lnTo>
                <a:lnTo>
                  <a:pt x="19430" y="59055"/>
                </a:lnTo>
                <a:lnTo>
                  <a:pt x="19689" y="57371"/>
                </a:lnTo>
                <a:close/>
              </a:path>
              <a:path extrusionOk="0" h="70485" w="22860">
                <a:moveTo>
                  <a:pt x="2031" y="56642"/>
                </a:moveTo>
                <a:lnTo>
                  <a:pt x="1396" y="58194"/>
                </a:lnTo>
                <a:lnTo>
                  <a:pt x="1396" y="59944"/>
                </a:lnTo>
                <a:lnTo>
                  <a:pt x="2031" y="56642"/>
                </a:lnTo>
                <a:close/>
              </a:path>
              <a:path extrusionOk="0" h="70485" w="22860">
                <a:moveTo>
                  <a:pt x="18453" y="56642"/>
                </a:moveTo>
                <a:lnTo>
                  <a:pt x="2031" y="56642"/>
                </a:lnTo>
                <a:lnTo>
                  <a:pt x="1396" y="59944"/>
                </a:lnTo>
                <a:lnTo>
                  <a:pt x="17500" y="59944"/>
                </a:lnTo>
                <a:lnTo>
                  <a:pt x="17906" y="58928"/>
                </a:lnTo>
                <a:lnTo>
                  <a:pt x="18772" y="58928"/>
                </a:lnTo>
                <a:lnTo>
                  <a:pt x="18668" y="58801"/>
                </a:lnTo>
                <a:lnTo>
                  <a:pt x="18728" y="57023"/>
                </a:lnTo>
                <a:lnTo>
                  <a:pt x="18414" y="57023"/>
                </a:lnTo>
                <a:lnTo>
                  <a:pt x="18453" y="56642"/>
                </a:lnTo>
                <a:close/>
              </a:path>
              <a:path extrusionOk="0" h="70485" w="22860">
                <a:moveTo>
                  <a:pt x="18766" y="58664"/>
                </a:moveTo>
                <a:lnTo>
                  <a:pt x="18668" y="58801"/>
                </a:lnTo>
                <a:lnTo>
                  <a:pt x="18766" y="58664"/>
                </a:lnTo>
                <a:close/>
              </a:path>
              <a:path extrusionOk="0" h="70485" w="22860">
                <a:moveTo>
                  <a:pt x="19938" y="55753"/>
                </a:moveTo>
                <a:lnTo>
                  <a:pt x="18764" y="58572"/>
                </a:lnTo>
                <a:lnTo>
                  <a:pt x="19689" y="57371"/>
                </a:lnTo>
                <a:lnTo>
                  <a:pt x="19938" y="55753"/>
                </a:lnTo>
                <a:close/>
              </a:path>
              <a:path extrusionOk="0" h="70485" w="22860">
                <a:moveTo>
                  <a:pt x="20182" y="50857"/>
                </a:moveTo>
                <a:lnTo>
                  <a:pt x="19684" y="52705"/>
                </a:lnTo>
                <a:lnTo>
                  <a:pt x="18886" y="55372"/>
                </a:lnTo>
                <a:lnTo>
                  <a:pt x="18764" y="58572"/>
                </a:lnTo>
                <a:lnTo>
                  <a:pt x="19938" y="55753"/>
                </a:lnTo>
                <a:lnTo>
                  <a:pt x="20764" y="55753"/>
                </a:lnTo>
                <a:lnTo>
                  <a:pt x="22859" y="51816"/>
                </a:lnTo>
                <a:lnTo>
                  <a:pt x="20182" y="50857"/>
                </a:lnTo>
                <a:close/>
              </a:path>
              <a:path extrusionOk="0" h="70485" w="22860">
                <a:moveTo>
                  <a:pt x="5436" y="52347"/>
                </a:moveTo>
                <a:lnTo>
                  <a:pt x="2666" y="52578"/>
                </a:lnTo>
                <a:lnTo>
                  <a:pt x="1422" y="57023"/>
                </a:lnTo>
                <a:lnTo>
                  <a:pt x="1396" y="58194"/>
                </a:lnTo>
                <a:lnTo>
                  <a:pt x="2031" y="56642"/>
                </a:lnTo>
                <a:lnTo>
                  <a:pt x="18453" y="56642"/>
                </a:lnTo>
                <a:lnTo>
                  <a:pt x="18668" y="54483"/>
                </a:lnTo>
                <a:lnTo>
                  <a:pt x="19140" y="54483"/>
                </a:lnTo>
                <a:lnTo>
                  <a:pt x="19249" y="54102"/>
                </a:lnTo>
                <a:lnTo>
                  <a:pt x="4444" y="54102"/>
                </a:lnTo>
                <a:lnTo>
                  <a:pt x="5436" y="52347"/>
                </a:lnTo>
                <a:close/>
              </a:path>
              <a:path extrusionOk="0" h="70485" w="22860">
                <a:moveTo>
                  <a:pt x="20764" y="55753"/>
                </a:moveTo>
                <a:lnTo>
                  <a:pt x="19938" y="55753"/>
                </a:lnTo>
                <a:lnTo>
                  <a:pt x="19689" y="57371"/>
                </a:lnTo>
                <a:lnTo>
                  <a:pt x="20574" y="56134"/>
                </a:lnTo>
                <a:lnTo>
                  <a:pt x="20764" y="55753"/>
                </a:lnTo>
                <a:close/>
              </a:path>
              <a:path extrusionOk="0" h="70485" w="22860">
                <a:moveTo>
                  <a:pt x="4360" y="45278"/>
                </a:moveTo>
                <a:lnTo>
                  <a:pt x="3555" y="47371"/>
                </a:lnTo>
                <a:lnTo>
                  <a:pt x="2076" y="51435"/>
                </a:lnTo>
                <a:lnTo>
                  <a:pt x="1479" y="54102"/>
                </a:lnTo>
                <a:lnTo>
                  <a:pt x="1396" y="57113"/>
                </a:lnTo>
                <a:lnTo>
                  <a:pt x="2666" y="52578"/>
                </a:lnTo>
                <a:lnTo>
                  <a:pt x="5436" y="52347"/>
                </a:lnTo>
                <a:lnTo>
                  <a:pt x="6095" y="51181"/>
                </a:lnTo>
                <a:lnTo>
                  <a:pt x="9397" y="47879"/>
                </a:lnTo>
                <a:lnTo>
                  <a:pt x="11937" y="46609"/>
                </a:lnTo>
                <a:lnTo>
                  <a:pt x="4317" y="46609"/>
                </a:lnTo>
                <a:lnTo>
                  <a:pt x="4360" y="45278"/>
                </a:lnTo>
                <a:close/>
              </a:path>
              <a:path extrusionOk="0" h="70485" w="22860">
                <a:moveTo>
                  <a:pt x="18668" y="54483"/>
                </a:moveTo>
                <a:lnTo>
                  <a:pt x="18414" y="57023"/>
                </a:lnTo>
                <a:lnTo>
                  <a:pt x="18668" y="56134"/>
                </a:lnTo>
                <a:lnTo>
                  <a:pt x="18668" y="54483"/>
                </a:lnTo>
                <a:close/>
              </a:path>
              <a:path extrusionOk="0" h="70485" w="22860">
                <a:moveTo>
                  <a:pt x="18704" y="56009"/>
                </a:moveTo>
                <a:lnTo>
                  <a:pt x="18414" y="57023"/>
                </a:lnTo>
                <a:lnTo>
                  <a:pt x="18728" y="57023"/>
                </a:lnTo>
                <a:lnTo>
                  <a:pt x="18704" y="56009"/>
                </a:lnTo>
                <a:close/>
              </a:path>
              <a:path extrusionOk="0" h="70485" w="22860">
                <a:moveTo>
                  <a:pt x="19140" y="54483"/>
                </a:moveTo>
                <a:lnTo>
                  <a:pt x="18668" y="54483"/>
                </a:lnTo>
                <a:lnTo>
                  <a:pt x="18704" y="56009"/>
                </a:lnTo>
                <a:lnTo>
                  <a:pt x="19140" y="54483"/>
                </a:lnTo>
                <a:close/>
              </a:path>
              <a:path extrusionOk="0" h="70485" w="22860">
                <a:moveTo>
                  <a:pt x="16382" y="51435"/>
                </a:moveTo>
                <a:lnTo>
                  <a:pt x="5436" y="52347"/>
                </a:lnTo>
                <a:lnTo>
                  <a:pt x="4444" y="54102"/>
                </a:lnTo>
                <a:lnTo>
                  <a:pt x="16382" y="51435"/>
                </a:lnTo>
                <a:close/>
              </a:path>
              <a:path extrusionOk="0" h="70485" w="22860">
                <a:moveTo>
                  <a:pt x="20026" y="51435"/>
                </a:moveTo>
                <a:lnTo>
                  <a:pt x="16382" y="51435"/>
                </a:lnTo>
                <a:lnTo>
                  <a:pt x="4444" y="54102"/>
                </a:lnTo>
                <a:lnTo>
                  <a:pt x="19249" y="54102"/>
                </a:lnTo>
                <a:lnTo>
                  <a:pt x="19648" y="52705"/>
                </a:lnTo>
                <a:lnTo>
                  <a:pt x="20026" y="51435"/>
                </a:lnTo>
                <a:close/>
              </a:path>
              <a:path extrusionOk="0" h="70485" w="22860">
                <a:moveTo>
                  <a:pt x="19684" y="52578"/>
                </a:moveTo>
                <a:close/>
              </a:path>
              <a:path extrusionOk="0" h="70485" w="22860">
                <a:moveTo>
                  <a:pt x="19719" y="52578"/>
                </a:moveTo>
                <a:close/>
              </a:path>
              <a:path extrusionOk="0" h="70485" w="22860">
                <a:moveTo>
                  <a:pt x="12191" y="46482"/>
                </a:moveTo>
                <a:lnTo>
                  <a:pt x="9397" y="47879"/>
                </a:lnTo>
                <a:lnTo>
                  <a:pt x="6095" y="51181"/>
                </a:lnTo>
                <a:lnTo>
                  <a:pt x="5436" y="52347"/>
                </a:lnTo>
                <a:lnTo>
                  <a:pt x="16382" y="51435"/>
                </a:lnTo>
                <a:lnTo>
                  <a:pt x="20026" y="51435"/>
                </a:lnTo>
                <a:lnTo>
                  <a:pt x="20182" y="50857"/>
                </a:lnTo>
                <a:lnTo>
                  <a:pt x="10794" y="47498"/>
                </a:lnTo>
                <a:lnTo>
                  <a:pt x="12191" y="46482"/>
                </a:lnTo>
                <a:close/>
              </a:path>
              <a:path extrusionOk="0" h="70485" w="22860">
                <a:moveTo>
                  <a:pt x="20950" y="46482"/>
                </a:moveTo>
                <a:lnTo>
                  <a:pt x="12191" y="46482"/>
                </a:lnTo>
                <a:lnTo>
                  <a:pt x="10794" y="47498"/>
                </a:lnTo>
                <a:lnTo>
                  <a:pt x="20182" y="50857"/>
                </a:lnTo>
                <a:lnTo>
                  <a:pt x="20574" y="49403"/>
                </a:lnTo>
                <a:lnTo>
                  <a:pt x="20868" y="47244"/>
                </a:lnTo>
                <a:lnTo>
                  <a:pt x="20950" y="46482"/>
                </a:lnTo>
                <a:close/>
              </a:path>
              <a:path extrusionOk="0" h="70485" w="22860">
                <a:moveTo>
                  <a:pt x="3555" y="47244"/>
                </a:moveTo>
                <a:lnTo>
                  <a:pt x="3511" y="47371"/>
                </a:lnTo>
                <a:lnTo>
                  <a:pt x="3555" y="47244"/>
                </a:lnTo>
                <a:close/>
              </a:path>
              <a:path extrusionOk="0" h="70485" w="22860">
                <a:moveTo>
                  <a:pt x="4825" y="44069"/>
                </a:moveTo>
                <a:lnTo>
                  <a:pt x="4360" y="45278"/>
                </a:lnTo>
                <a:lnTo>
                  <a:pt x="4317" y="46609"/>
                </a:lnTo>
                <a:lnTo>
                  <a:pt x="4825" y="44069"/>
                </a:lnTo>
                <a:close/>
              </a:path>
              <a:path extrusionOk="0" h="70485" w="22860">
                <a:moveTo>
                  <a:pt x="20873" y="44069"/>
                </a:moveTo>
                <a:lnTo>
                  <a:pt x="4825" y="44069"/>
                </a:lnTo>
                <a:lnTo>
                  <a:pt x="4317" y="46609"/>
                </a:lnTo>
                <a:lnTo>
                  <a:pt x="11937" y="46609"/>
                </a:lnTo>
                <a:lnTo>
                  <a:pt x="12191" y="46482"/>
                </a:lnTo>
                <a:lnTo>
                  <a:pt x="20950" y="46482"/>
                </a:lnTo>
                <a:lnTo>
                  <a:pt x="20873" y="44069"/>
                </a:lnTo>
                <a:close/>
              </a:path>
              <a:path extrusionOk="0" h="70485" w="22860">
                <a:moveTo>
                  <a:pt x="20832" y="42799"/>
                </a:moveTo>
                <a:lnTo>
                  <a:pt x="4440" y="42799"/>
                </a:lnTo>
                <a:lnTo>
                  <a:pt x="4360" y="45278"/>
                </a:lnTo>
                <a:lnTo>
                  <a:pt x="4825" y="44069"/>
                </a:lnTo>
                <a:lnTo>
                  <a:pt x="20873" y="44069"/>
                </a:lnTo>
                <a:lnTo>
                  <a:pt x="20832" y="42799"/>
                </a:lnTo>
                <a:close/>
              </a:path>
              <a:path extrusionOk="0" h="70485" w="22860">
                <a:moveTo>
                  <a:pt x="4444" y="42672"/>
                </a:moveTo>
                <a:close/>
              </a:path>
              <a:path extrusionOk="0" h="70485" w="22860">
                <a:moveTo>
                  <a:pt x="20450" y="33020"/>
                </a:moveTo>
                <a:lnTo>
                  <a:pt x="4818" y="33020"/>
                </a:lnTo>
                <a:lnTo>
                  <a:pt x="4571" y="37211"/>
                </a:lnTo>
                <a:lnTo>
                  <a:pt x="4444" y="42799"/>
                </a:lnTo>
                <a:lnTo>
                  <a:pt x="20827" y="42799"/>
                </a:lnTo>
                <a:lnTo>
                  <a:pt x="20574" y="37465"/>
                </a:lnTo>
                <a:lnTo>
                  <a:pt x="20450" y="33020"/>
                </a:lnTo>
                <a:close/>
              </a:path>
              <a:path extrusionOk="0" h="70485" w="22860">
                <a:moveTo>
                  <a:pt x="4825" y="32893"/>
                </a:moveTo>
                <a:close/>
              </a:path>
              <a:path extrusionOk="0" h="70485" w="22860">
                <a:moveTo>
                  <a:pt x="19961" y="25781"/>
                </a:moveTo>
                <a:lnTo>
                  <a:pt x="5184" y="25781"/>
                </a:lnTo>
                <a:lnTo>
                  <a:pt x="4952" y="28448"/>
                </a:lnTo>
                <a:lnTo>
                  <a:pt x="4825" y="33020"/>
                </a:lnTo>
                <a:lnTo>
                  <a:pt x="20446" y="33020"/>
                </a:lnTo>
                <a:lnTo>
                  <a:pt x="20192" y="28702"/>
                </a:lnTo>
                <a:lnTo>
                  <a:pt x="20192" y="28448"/>
                </a:lnTo>
                <a:lnTo>
                  <a:pt x="19961" y="25781"/>
                </a:lnTo>
                <a:close/>
              </a:path>
              <a:path extrusionOk="0" h="70485" w="22860">
                <a:moveTo>
                  <a:pt x="5206" y="25527"/>
                </a:moveTo>
                <a:lnTo>
                  <a:pt x="5184" y="25781"/>
                </a:lnTo>
                <a:lnTo>
                  <a:pt x="5206" y="25527"/>
                </a:lnTo>
                <a:close/>
              </a:path>
              <a:path extrusionOk="0" h="70485" w="22860">
                <a:moveTo>
                  <a:pt x="19430" y="16002"/>
                </a:moveTo>
                <a:lnTo>
                  <a:pt x="5714" y="16002"/>
                </a:lnTo>
                <a:lnTo>
                  <a:pt x="5841" y="18034"/>
                </a:lnTo>
                <a:lnTo>
                  <a:pt x="5595" y="18034"/>
                </a:lnTo>
                <a:lnTo>
                  <a:pt x="5455" y="20447"/>
                </a:lnTo>
                <a:lnTo>
                  <a:pt x="5206" y="25781"/>
                </a:lnTo>
                <a:lnTo>
                  <a:pt x="19938" y="25781"/>
                </a:lnTo>
                <a:lnTo>
                  <a:pt x="19801" y="20320"/>
                </a:lnTo>
                <a:lnTo>
                  <a:pt x="19605" y="18034"/>
                </a:lnTo>
                <a:lnTo>
                  <a:pt x="5841" y="18034"/>
                </a:lnTo>
                <a:lnTo>
                  <a:pt x="5645" y="17182"/>
                </a:lnTo>
                <a:lnTo>
                  <a:pt x="19532" y="17182"/>
                </a:lnTo>
                <a:lnTo>
                  <a:pt x="19430" y="16002"/>
                </a:lnTo>
                <a:close/>
              </a:path>
              <a:path extrusionOk="0" h="70485" w="22860">
                <a:moveTo>
                  <a:pt x="19938" y="25527"/>
                </a:moveTo>
                <a:lnTo>
                  <a:pt x="19938" y="25781"/>
                </a:lnTo>
                <a:lnTo>
                  <a:pt x="19938" y="25527"/>
                </a:lnTo>
                <a:close/>
              </a:path>
              <a:path extrusionOk="0" h="70485" w="22860">
                <a:moveTo>
                  <a:pt x="5714" y="16002"/>
                </a:moveTo>
                <a:lnTo>
                  <a:pt x="5645" y="17182"/>
                </a:lnTo>
                <a:lnTo>
                  <a:pt x="5841" y="18034"/>
                </a:lnTo>
                <a:lnTo>
                  <a:pt x="5714" y="16002"/>
                </a:lnTo>
                <a:close/>
              </a:path>
              <a:path extrusionOk="0" h="70485" w="22860">
                <a:moveTo>
                  <a:pt x="5328" y="8786"/>
                </a:moveTo>
                <a:lnTo>
                  <a:pt x="5206" y="10668"/>
                </a:lnTo>
                <a:lnTo>
                  <a:pt x="5079" y="14732"/>
                </a:lnTo>
                <a:lnTo>
                  <a:pt x="5645" y="17182"/>
                </a:lnTo>
                <a:lnTo>
                  <a:pt x="5714" y="16002"/>
                </a:lnTo>
                <a:lnTo>
                  <a:pt x="19430" y="16002"/>
                </a:lnTo>
                <a:lnTo>
                  <a:pt x="18922" y="13716"/>
                </a:lnTo>
                <a:lnTo>
                  <a:pt x="18364" y="12319"/>
                </a:lnTo>
                <a:lnTo>
                  <a:pt x="18033" y="12319"/>
                </a:lnTo>
                <a:lnTo>
                  <a:pt x="17652" y="10541"/>
                </a:lnTo>
                <a:lnTo>
                  <a:pt x="17824" y="10541"/>
                </a:lnTo>
                <a:lnTo>
                  <a:pt x="17809" y="10414"/>
                </a:lnTo>
                <a:lnTo>
                  <a:pt x="6476" y="10414"/>
                </a:lnTo>
                <a:lnTo>
                  <a:pt x="5328" y="8786"/>
                </a:lnTo>
                <a:close/>
              </a:path>
              <a:path extrusionOk="0" h="70485" w="22860">
                <a:moveTo>
                  <a:pt x="17652" y="10541"/>
                </a:moveTo>
                <a:lnTo>
                  <a:pt x="18033" y="12319"/>
                </a:lnTo>
                <a:lnTo>
                  <a:pt x="17896" y="11149"/>
                </a:lnTo>
                <a:lnTo>
                  <a:pt x="17652" y="10541"/>
                </a:lnTo>
                <a:close/>
              </a:path>
              <a:path extrusionOk="0" h="70485" w="22860">
                <a:moveTo>
                  <a:pt x="17896" y="11149"/>
                </a:moveTo>
                <a:lnTo>
                  <a:pt x="18033" y="12319"/>
                </a:lnTo>
                <a:lnTo>
                  <a:pt x="18364" y="12319"/>
                </a:lnTo>
                <a:lnTo>
                  <a:pt x="17896" y="11149"/>
                </a:lnTo>
                <a:close/>
              </a:path>
              <a:path extrusionOk="0" h="70485" w="22860">
                <a:moveTo>
                  <a:pt x="17824" y="10541"/>
                </a:moveTo>
                <a:lnTo>
                  <a:pt x="17652" y="10541"/>
                </a:lnTo>
                <a:lnTo>
                  <a:pt x="17896" y="11149"/>
                </a:lnTo>
                <a:lnTo>
                  <a:pt x="17824" y="10541"/>
                </a:lnTo>
                <a:close/>
              </a:path>
              <a:path extrusionOk="0" h="70485" w="22860">
                <a:moveTo>
                  <a:pt x="5206" y="10160"/>
                </a:moveTo>
                <a:lnTo>
                  <a:pt x="5147" y="10668"/>
                </a:lnTo>
                <a:lnTo>
                  <a:pt x="5206" y="10160"/>
                </a:lnTo>
                <a:close/>
              </a:path>
              <a:path extrusionOk="0" h="70485" w="22860">
                <a:moveTo>
                  <a:pt x="17874" y="10160"/>
                </a:moveTo>
                <a:lnTo>
                  <a:pt x="17906" y="10668"/>
                </a:lnTo>
                <a:lnTo>
                  <a:pt x="17874" y="10160"/>
                </a:lnTo>
                <a:close/>
              </a:path>
              <a:path extrusionOk="0" h="70485" w="22860">
                <a:moveTo>
                  <a:pt x="5461" y="6731"/>
                </a:moveTo>
                <a:lnTo>
                  <a:pt x="5328" y="8786"/>
                </a:lnTo>
                <a:lnTo>
                  <a:pt x="6476" y="10414"/>
                </a:lnTo>
                <a:lnTo>
                  <a:pt x="5461" y="6731"/>
                </a:lnTo>
                <a:close/>
              </a:path>
              <a:path extrusionOk="0" h="70485" w="22860">
                <a:moveTo>
                  <a:pt x="6451" y="6731"/>
                </a:moveTo>
                <a:lnTo>
                  <a:pt x="5461" y="6731"/>
                </a:lnTo>
                <a:lnTo>
                  <a:pt x="6476" y="10414"/>
                </a:lnTo>
                <a:lnTo>
                  <a:pt x="17809" y="10414"/>
                </a:lnTo>
                <a:lnTo>
                  <a:pt x="17874" y="10160"/>
                </a:lnTo>
                <a:lnTo>
                  <a:pt x="17784" y="8763"/>
                </a:lnTo>
                <a:lnTo>
                  <a:pt x="7874" y="8763"/>
                </a:lnTo>
                <a:lnTo>
                  <a:pt x="6567" y="7747"/>
                </a:lnTo>
                <a:lnTo>
                  <a:pt x="5968" y="7747"/>
                </a:lnTo>
                <a:lnTo>
                  <a:pt x="5587" y="6985"/>
                </a:lnTo>
                <a:lnTo>
                  <a:pt x="7030" y="6985"/>
                </a:lnTo>
                <a:lnTo>
                  <a:pt x="6451" y="6731"/>
                </a:lnTo>
                <a:close/>
              </a:path>
              <a:path extrusionOk="0" h="70485" w="22860">
                <a:moveTo>
                  <a:pt x="3555" y="5461"/>
                </a:moveTo>
                <a:lnTo>
                  <a:pt x="4571" y="7620"/>
                </a:lnTo>
                <a:lnTo>
                  <a:pt x="4952" y="8255"/>
                </a:lnTo>
                <a:lnTo>
                  <a:pt x="5328" y="8786"/>
                </a:lnTo>
                <a:lnTo>
                  <a:pt x="5461" y="6731"/>
                </a:lnTo>
                <a:lnTo>
                  <a:pt x="6451" y="6731"/>
                </a:lnTo>
                <a:lnTo>
                  <a:pt x="3555" y="5461"/>
                </a:lnTo>
                <a:close/>
              </a:path>
              <a:path extrusionOk="0" h="70485" w="22860">
                <a:moveTo>
                  <a:pt x="8671" y="7704"/>
                </a:moveTo>
                <a:lnTo>
                  <a:pt x="7874" y="8763"/>
                </a:lnTo>
                <a:lnTo>
                  <a:pt x="10159" y="8763"/>
                </a:lnTo>
                <a:lnTo>
                  <a:pt x="10493" y="8503"/>
                </a:lnTo>
                <a:lnTo>
                  <a:pt x="8671" y="7704"/>
                </a:lnTo>
                <a:close/>
              </a:path>
              <a:path extrusionOk="0" h="70485" w="22860">
                <a:moveTo>
                  <a:pt x="10493" y="8503"/>
                </a:moveTo>
                <a:lnTo>
                  <a:pt x="10159" y="8763"/>
                </a:lnTo>
                <a:lnTo>
                  <a:pt x="10794" y="8636"/>
                </a:lnTo>
                <a:lnTo>
                  <a:pt x="10493" y="8503"/>
                </a:lnTo>
                <a:close/>
              </a:path>
              <a:path extrusionOk="0" h="70485" w="22860">
                <a:moveTo>
                  <a:pt x="12445" y="6985"/>
                </a:moveTo>
                <a:lnTo>
                  <a:pt x="10493" y="8503"/>
                </a:lnTo>
                <a:lnTo>
                  <a:pt x="10794" y="8636"/>
                </a:lnTo>
                <a:lnTo>
                  <a:pt x="10159" y="8763"/>
                </a:lnTo>
                <a:lnTo>
                  <a:pt x="17784" y="8763"/>
                </a:lnTo>
                <a:lnTo>
                  <a:pt x="17718" y="7747"/>
                </a:lnTo>
                <a:lnTo>
                  <a:pt x="11937" y="7747"/>
                </a:lnTo>
                <a:lnTo>
                  <a:pt x="12445" y="6985"/>
                </a:lnTo>
                <a:close/>
              </a:path>
              <a:path extrusionOk="0" h="70485" w="22860">
                <a:moveTo>
                  <a:pt x="5587" y="6985"/>
                </a:moveTo>
                <a:lnTo>
                  <a:pt x="5968" y="7747"/>
                </a:lnTo>
                <a:lnTo>
                  <a:pt x="6567" y="7747"/>
                </a:lnTo>
                <a:lnTo>
                  <a:pt x="5587" y="6985"/>
                </a:lnTo>
                <a:close/>
              </a:path>
              <a:path extrusionOk="0" h="70485" w="22860">
                <a:moveTo>
                  <a:pt x="7030" y="6985"/>
                </a:moveTo>
                <a:lnTo>
                  <a:pt x="5587" y="6985"/>
                </a:lnTo>
                <a:lnTo>
                  <a:pt x="6567" y="7747"/>
                </a:lnTo>
                <a:lnTo>
                  <a:pt x="8639" y="7747"/>
                </a:lnTo>
                <a:lnTo>
                  <a:pt x="7030" y="6985"/>
                </a:lnTo>
                <a:close/>
              </a:path>
              <a:path extrusionOk="0" h="70485" w="22860">
                <a:moveTo>
                  <a:pt x="14477" y="0"/>
                </a:moveTo>
                <a:lnTo>
                  <a:pt x="8735" y="7620"/>
                </a:lnTo>
                <a:lnTo>
                  <a:pt x="8768" y="7747"/>
                </a:lnTo>
                <a:lnTo>
                  <a:pt x="11466" y="7747"/>
                </a:lnTo>
                <a:lnTo>
                  <a:pt x="12445" y="6985"/>
                </a:lnTo>
                <a:lnTo>
                  <a:pt x="17669" y="6985"/>
                </a:lnTo>
                <a:lnTo>
                  <a:pt x="17652" y="6731"/>
                </a:lnTo>
                <a:lnTo>
                  <a:pt x="16637" y="3683"/>
                </a:lnTo>
                <a:lnTo>
                  <a:pt x="15561" y="2159"/>
                </a:lnTo>
                <a:lnTo>
                  <a:pt x="15112" y="1524"/>
                </a:lnTo>
                <a:lnTo>
                  <a:pt x="14477" y="0"/>
                </a:lnTo>
                <a:close/>
              </a:path>
              <a:path extrusionOk="0" h="70485" w="22860">
                <a:moveTo>
                  <a:pt x="17669" y="6985"/>
                </a:moveTo>
                <a:lnTo>
                  <a:pt x="12445" y="6985"/>
                </a:lnTo>
                <a:lnTo>
                  <a:pt x="11937" y="7747"/>
                </a:lnTo>
                <a:lnTo>
                  <a:pt x="17718" y="7747"/>
                </a:lnTo>
                <a:lnTo>
                  <a:pt x="17669" y="6985"/>
                </a:lnTo>
                <a:close/>
              </a:path>
              <a:path extrusionOk="0" h="70485" w="22860">
                <a:moveTo>
                  <a:pt x="15112" y="1524"/>
                </a:moveTo>
                <a:lnTo>
                  <a:pt x="15493" y="2159"/>
                </a:lnTo>
                <a:lnTo>
                  <a:pt x="15359" y="1873"/>
                </a:lnTo>
                <a:lnTo>
                  <a:pt x="15112" y="1524"/>
                </a:lnTo>
                <a:close/>
              </a:path>
              <a:path extrusionOk="0" h="70485" w="22860">
                <a:moveTo>
                  <a:pt x="15359" y="1873"/>
                </a:moveTo>
                <a:lnTo>
                  <a:pt x="15493" y="2159"/>
                </a:lnTo>
                <a:lnTo>
                  <a:pt x="15359" y="1873"/>
                </a:lnTo>
                <a:close/>
              </a:path>
              <a:path extrusionOk="0" h="70485" w="22860">
                <a:moveTo>
                  <a:pt x="15195" y="1524"/>
                </a:moveTo>
                <a:lnTo>
                  <a:pt x="15359" y="1873"/>
                </a:lnTo>
                <a:lnTo>
                  <a:pt x="15195" y="15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 txBox="1"/>
          <p:nvPr>
            <p:ph type="title"/>
          </p:nvPr>
        </p:nvSpPr>
        <p:spPr>
          <a:xfrm>
            <a:off x="3263900" y="363219"/>
            <a:ext cx="56610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</a:t>
            </a:r>
            <a:endParaRPr/>
          </a:p>
        </p:txBody>
      </p:sp>
      <p:pic>
        <p:nvPicPr>
          <p:cNvPr id="275" name="Google Shape;2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347" y="1542161"/>
            <a:ext cx="63496" cy="7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9738" y="1966848"/>
            <a:ext cx="67436" cy="9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0232" y="2768600"/>
            <a:ext cx="92075" cy="8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09259" y="5964732"/>
            <a:ext cx="70429" cy="10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9096" y="1687702"/>
            <a:ext cx="91842" cy="9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5121" y="5646089"/>
            <a:ext cx="94370" cy="90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16"/>
          <p:cNvGrpSpPr/>
          <p:nvPr/>
        </p:nvGrpSpPr>
        <p:grpSpPr>
          <a:xfrm>
            <a:off x="2130805" y="1837563"/>
            <a:ext cx="3409823" cy="3352925"/>
            <a:chOff x="2130805" y="1837563"/>
            <a:chExt cx="3409823" cy="3352925"/>
          </a:xfrm>
        </p:grpSpPr>
        <p:pic>
          <p:nvPicPr>
            <p:cNvPr id="282" name="Google Shape;282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56555" y="1837563"/>
              <a:ext cx="102743" cy="900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36571" y="2539746"/>
              <a:ext cx="79140" cy="93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601848" y="4700651"/>
              <a:ext cx="64410" cy="104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778797" y="2950337"/>
              <a:ext cx="8429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40759" y="4996180"/>
              <a:ext cx="78866" cy="33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537203" y="5093842"/>
              <a:ext cx="116078" cy="96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1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130805" y="1946148"/>
              <a:ext cx="3409823" cy="3228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9" name="Google Shape;289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75817" y="5232780"/>
            <a:ext cx="92538" cy="8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573911" y="4117721"/>
            <a:ext cx="101409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76070" y="2654680"/>
            <a:ext cx="93453" cy="97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25072" y="4122928"/>
            <a:ext cx="205231" cy="18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345341" y="4370705"/>
            <a:ext cx="335025" cy="149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6"/>
          <p:cNvSpPr/>
          <p:nvPr/>
        </p:nvSpPr>
        <p:spPr>
          <a:xfrm>
            <a:off x="7518950" y="4283075"/>
            <a:ext cx="12700" cy="12065"/>
          </a:xfrm>
          <a:custGeom>
            <a:rect b="b" l="l" r="r" t="t"/>
            <a:pathLst>
              <a:path extrusionOk="0" h="12064" w="12700">
                <a:moveTo>
                  <a:pt x="0" y="0"/>
                </a:moveTo>
                <a:lnTo>
                  <a:pt x="10287" y="11937"/>
                </a:lnTo>
                <a:lnTo>
                  <a:pt x="12700" y="9651"/>
                </a:lnTo>
                <a:lnTo>
                  <a:pt x="0" y="0"/>
                </a:lnTo>
                <a:close/>
              </a:path>
            </a:pathLst>
          </a:custGeom>
          <a:solidFill>
            <a:srgbClr val="8063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010315" y="2099183"/>
            <a:ext cx="3115055" cy="29192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16"/>
          <p:cNvGrpSpPr/>
          <p:nvPr/>
        </p:nvGrpSpPr>
        <p:grpSpPr>
          <a:xfrm>
            <a:off x="5832221" y="1271142"/>
            <a:ext cx="561339" cy="5208435"/>
            <a:chOff x="5832221" y="1271142"/>
            <a:chExt cx="561339" cy="5208435"/>
          </a:xfrm>
        </p:grpSpPr>
        <p:pic>
          <p:nvPicPr>
            <p:cNvPr id="297" name="Google Shape;297;p1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32221" y="1390776"/>
              <a:ext cx="561339" cy="5088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078142" y="1271142"/>
              <a:ext cx="84786" cy="132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16"/>
          <p:cNvSpPr/>
          <p:nvPr/>
        </p:nvSpPr>
        <p:spPr>
          <a:xfrm>
            <a:off x="3756533" y="5266690"/>
            <a:ext cx="22860" cy="70485"/>
          </a:xfrm>
          <a:custGeom>
            <a:rect b="b" l="l" r="r" t="t"/>
            <a:pathLst>
              <a:path extrusionOk="0" h="70485" w="22860">
                <a:moveTo>
                  <a:pt x="1396" y="58194"/>
                </a:moveTo>
                <a:lnTo>
                  <a:pt x="888" y="59436"/>
                </a:lnTo>
                <a:lnTo>
                  <a:pt x="253" y="62357"/>
                </a:lnTo>
                <a:lnTo>
                  <a:pt x="126" y="68199"/>
                </a:lnTo>
                <a:lnTo>
                  <a:pt x="0" y="70358"/>
                </a:lnTo>
                <a:lnTo>
                  <a:pt x="17906" y="68199"/>
                </a:lnTo>
                <a:lnTo>
                  <a:pt x="17906" y="65659"/>
                </a:lnTo>
                <a:lnTo>
                  <a:pt x="17399" y="65659"/>
                </a:lnTo>
                <a:lnTo>
                  <a:pt x="17442" y="65278"/>
                </a:lnTo>
                <a:lnTo>
                  <a:pt x="15366" y="65278"/>
                </a:lnTo>
                <a:lnTo>
                  <a:pt x="17500" y="59944"/>
                </a:lnTo>
                <a:lnTo>
                  <a:pt x="1396" y="59944"/>
                </a:lnTo>
                <a:lnTo>
                  <a:pt x="1396" y="58194"/>
                </a:lnTo>
                <a:close/>
              </a:path>
              <a:path extrusionOk="0" h="70485" w="22860">
                <a:moveTo>
                  <a:pt x="17906" y="68199"/>
                </a:moveTo>
                <a:lnTo>
                  <a:pt x="0" y="70358"/>
                </a:lnTo>
                <a:lnTo>
                  <a:pt x="17906" y="69342"/>
                </a:lnTo>
                <a:lnTo>
                  <a:pt x="17906" y="68199"/>
                </a:lnTo>
                <a:close/>
              </a:path>
              <a:path extrusionOk="0" h="70485" w="22860">
                <a:moveTo>
                  <a:pt x="1396" y="57113"/>
                </a:moveTo>
                <a:lnTo>
                  <a:pt x="67" y="61862"/>
                </a:lnTo>
                <a:lnTo>
                  <a:pt x="0" y="68834"/>
                </a:lnTo>
                <a:lnTo>
                  <a:pt x="126" y="63500"/>
                </a:lnTo>
                <a:lnTo>
                  <a:pt x="253" y="62357"/>
                </a:lnTo>
                <a:lnTo>
                  <a:pt x="888" y="59436"/>
                </a:lnTo>
                <a:lnTo>
                  <a:pt x="1396" y="58194"/>
                </a:lnTo>
                <a:lnTo>
                  <a:pt x="1396" y="57113"/>
                </a:lnTo>
                <a:close/>
              </a:path>
              <a:path extrusionOk="0" h="70485" w="22860">
                <a:moveTo>
                  <a:pt x="126" y="67818"/>
                </a:moveTo>
                <a:lnTo>
                  <a:pt x="79" y="68199"/>
                </a:lnTo>
                <a:lnTo>
                  <a:pt x="126" y="67818"/>
                </a:lnTo>
                <a:close/>
              </a:path>
              <a:path extrusionOk="0" h="70485" w="22860">
                <a:moveTo>
                  <a:pt x="17779" y="62357"/>
                </a:moveTo>
                <a:lnTo>
                  <a:pt x="17399" y="65659"/>
                </a:lnTo>
                <a:lnTo>
                  <a:pt x="17824" y="64262"/>
                </a:lnTo>
                <a:lnTo>
                  <a:pt x="17779" y="62357"/>
                </a:lnTo>
                <a:close/>
              </a:path>
              <a:path extrusionOk="0" h="70485" w="22860">
                <a:moveTo>
                  <a:pt x="17906" y="63989"/>
                </a:moveTo>
                <a:lnTo>
                  <a:pt x="17399" y="65659"/>
                </a:lnTo>
                <a:lnTo>
                  <a:pt x="17906" y="65659"/>
                </a:lnTo>
                <a:lnTo>
                  <a:pt x="17906" y="63989"/>
                </a:lnTo>
                <a:close/>
              </a:path>
              <a:path extrusionOk="0" h="70485" w="22860">
                <a:moveTo>
                  <a:pt x="17906" y="58928"/>
                </a:moveTo>
                <a:lnTo>
                  <a:pt x="15366" y="65278"/>
                </a:lnTo>
                <a:lnTo>
                  <a:pt x="16382" y="64135"/>
                </a:lnTo>
                <a:lnTo>
                  <a:pt x="17017" y="63500"/>
                </a:lnTo>
                <a:lnTo>
                  <a:pt x="17906" y="61862"/>
                </a:lnTo>
                <a:lnTo>
                  <a:pt x="17906" y="58928"/>
                </a:lnTo>
                <a:close/>
              </a:path>
              <a:path extrusionOk="0" h="70485" w="22860">
                <a:moveTo>
                  <a:pt x="17906" y="61862"/>
                </a:moveTo>
                <a:lnTo>
                  <a:pt x="17017" y="63500"/>
                </a:lnTo>
                <a:lnTo>
                  <a:pt x="16382" y="64262"/>
                </a:lnTo>
                <a:lnTo>
                  <a:pt x="15366" y="65278"/>
                </a:lnTo>
                <a:lnTo>
                  <a:pt x="17442" y="65278"/>
                </a:lnTo>
                <a:lnTo>
                  <a:pt x="17779" y="62357"/>
                </a:lnTo>
                <a:lnTo>
                  <a:pt x="17906" y="61862"/>
                </a:lnTo>
                <a:close/>
              </a:path>
              <a:path extrusionOk="0" h="70485" w="22860">
                <a:moveTo>
                  <a:pt x="16382" y="64135"/>
                </a:moveTo>
                <a:lnTo>
                  <a:pt x="16270" y="64262"/>
                </a:lnTo>
                <a:lnTo>
                  <a:pt x="16382" y="64135"/>
                </a:lnTo>
                <a:close/>
              </a:path>
              <a:path extrusionOk="0" h="70485" w="22860">
                <a:moveTo>
                  <a:pt x="16488" y="64135"/>
                </a:moveTo>
                <a:lnTo>
                  <a:pt x="16382" y="64262"/>
                </a:lnTo>
                <a:lnTo>
                  <a:pt x="16488" y="64135"/>
                </a:lnTo>
                <a:close/>
              </a:path>
              <a:path extrusionOk="0" h="70485" w="22860">
                <a:moveTo>
                  <a:pt x="18719" y="60366"/>
                </a:moveTo>
                <a:lnTo>
                  <a:pt x="17906" y="61862"/>
                </a:lnTo>
                <a:lnTo>
                  <a:pt x="17906" y="63989"/>
                </a:lnTo>
                <a:lnTo>
                  <a:pt x="18287" y="62738"/>
                </a:lnTo>
                <a:lnTo>
                  <a:pt x="18719" y="60366"/>
                </a:lnTo>
                <a:close/>
              </a:path>
              <a:path extrusionOk="0" h="70485" w="22860">
                <a:moveTo>
                  <a:pt x="17906" y="62357"/>
                </a:moveTo>
                <a:lnTo>
                  <a:pt x="17906" y="63500"/>
                </a:lnTo>
                <a:lnTo>
                  <a:pt x="17906" y="62357"/>
                </a:lnTo>
                <a:close/>
              </a:path>
              <a:path extrusionOk="0" h="70485" w="22860">
                <a:moveTo>
                  <a:pt x="18772" y="58928"/>
                </a:moveTo>
                <a:lnTo>
                  <a:pt x="17906" y="58928"/>
                </a:lnTo>
                <a:lnTo>
                  <a:pt x="17906" y="61862"/>
                </a:lnTo>
                <a:lnTo>
                  <a:pt x="18719" y="60366"/>
                </a:lnTo>
                <a:lnTo>
                  <a:pt x="18772" y="58928"/>
                </a:lnTo>
                <a:close/>
              </a:path>
              <a:path extrusionOk="0" h="70485" w="22860">
                <a:moveTo>
                  <a:pt x="19689" y="57371"/>
                </a:moveTo>
                <a:lnTo>
                  <a:pt x="18832" y="58572"/>
                </a:lnTo>
                <a:lnTo>
                  <a:pt x="18719" y="60366"/>
                </a:lnTo>
                <a:lnTo>
                  <a:pt x="19430" y="59055"/>
                </a:lnTo>
                <a:lnTo>
                  <a:pt x="19689" y="57371"/>
                </a:lnTo>
                <a:close/>
              </a:path>
              <a:path extrusionOk="0" h="70485" w="22860">
                <a:moveTo>
                  <a:pt x="2031" y="56642"/>
                </a:moveTo>
                <a:lnTo>
                  <a:pt x="1396" y="58194"/>
                </a:lnTo>
                <a:lnTo>
                  <a:pt x="1396" y="59944"/>
                </a:lnTo>
                <a:lnTo>
                  <a:pt x="2031" y="56642"/>
                </a:lnTo>
                <a:close/>
              </a:path>
              <a:path extrusionOk="0" h="70485" w="22860">
                <a:moveTo>
                  <a:pt x="18453" y="56642"/>
                </a:moveTo>
                <a:lnTo>
                  <a:pt x="2031" y="56642"/>
                </a:lnTo>
                <a:lnTo>
                  <a:pt x="1396" y="59944"/>
                </a:lnTo>
                <a:lnTo>
                  <a:pt x="17500" y="59944"/>
                </a:lnTo>
                <a:lnTo>
                  <a:pt x="17906" y="58928"/>
                </a:lnTo>
                <a:lnTo>
                  <a:pt x="18772" y="58928"/>
                </a:lnTo>
                <a:lnTo>
                  <a:pt x="18668" y="58801"/>
                </a:lnTo>
                <a:lnTo>
                  <a:pt x="18728" y="57023"/>
                </a:lnTo>
                <a:lnTo>
                  <a:pt x="18414" y="57023"/>
                </a:lnTo>
                <a:lnTo>
                  <a:pt x="18453" y="56642"/>
                </a:lnTo>
                <a:close/>
              </a:path>
              <a:path extrusionOk="0" h="70485" w="22860">
                <a:moveTo>
                  <a:pt x="18766" y="58664"/>
                </a:moveTo>
                <a:lnTo>
                  <a:pt x="18668" y="58801"/>
                </a:lnTo>
                <a:lnTo>
                  <a:pt x="18766" y="58664"/>
                </a:lnTo>
                <a:close/>
              </a:path>
              <a:path extrusionOk="0" h="70485" w="22860">
                <a:moveTo>
                  <a:pt x="19938" y="55753"/>
                </a:moveTo>
                <a:lnTo>
                  <a:pt x="18764" y="58572"/>
                </a:lnTo>
                <a:lnTo>
                  <a:pt x="19689" y="57371"/>
                </a:lnTo>
                <a:lnTo>
                  <a:pt x="19938" y="55753"/>
                </a:lnTo>
                <a:close/>
              </a:path>
              <a:path extrusionOk="0" h="70485" w="22860">
                <a:moveTo>
                  <a:pt x="20182" y="50857"/>
                </a:moveTo>
                <a:lnTo>
                  <a:pt x="19684" y="52705"/>
                </a:lnTo>
                <a:lnTo>
                  <a:pt x="18886" y="55372"/>
                </a:lnTo>
                <a:lnTo>
                  <a:pt x="18764" y="58572"/>
                </a:lnTo>
                <a:lnTo>
                  <a:pt x="19938" y="55753"/>
                </a:lnTo>
                <a:lnTo>
                  <a:pt x="20764" y="55753"/>
                </a:lnTo>
                <a:lnTo>
                  <a:pt x="22859" y="51816"/>
                </a:lnTo>
                <a:lnTo>
                  <a:pt x="20182" y="50857"/>
                </a:lnTo>
                <a:close/>
              </a:path>
              <a:path extrusionOk="0" h="70485" w="22860">
                <a:moveTo>
                  <a:pt x="5436" y="52347"/>
                </a:moveTo>
                <a:lnTo>
                  <a:pt x="2666" y="52578"/>
                </a:lnTo>
                <a:lnTo>
                  <a:pt x="1422" y="57023"/>
                </a:lnTo>
                <a:lnTo>
                  <a:pt x="1396" y="58194"/>
                </a:lnTo>
                <a:lnTo>
                  <a:pt x="2031" y="56642"/>
                </a:lnTo>
                <a:lnTo>
                  <a:pt x="18453" y="56642"/>
                </a:lnTo>
                <a:lnTo>
                  <a:pt x="18668" y="54483"/>
                </a:lnTo>
                <a:lnTo>
                  <a:pt x="19140" y="54483"/>
                </a:lnTo>
                <a:lnTo>
                  <a:pt x="19249" y="54102"/>
                </a:lnTo>
                <a:lnTo>
                  <a:pt x="4444" y="54102"/>
                </a:lnTo>
                <a:lnTo>
                  <a:pt x="5436" y="52347"/>
                </a:lnTo>
                <a:close/>
              </a:path>
              <a:path extrusionOk="0" h="70485" w="22860">
                <a:moveTo>
                  <a:pt x="20764" y="55753"/>
                </a:moveTo>
                <a:lnTo>
                  <a:pt x="19938" y="55753"/>
                </a:lnTo>
                <a:lnTo>
                  <a:pt x="19689" y="57371"/>
                </a:lnTo>
                <a:lnTo>
                  <a:pt x="20574" y="56134"/>
                </a:lnTo>
                <a:lnTo>
                  <a:pt x="20764" y="55753"/>
                </a:lnTo>
                <a:close/>
              </a:path>
              <a:path extrusionOk="0" h="70485" w="22860">
                <a:moveTo>
                  <a:pt x="4360" y="45278"/>
                </a:moveTo>
                <a:lnTo>
                  <a:pt x="3555" y="47371"/>
                </a:lnTo>
                <a:lnTo>
                  <a:pt x="2076" y="51435"/>
                </a:lnTo>
                <a:lnTo>
                  <a:pt x="1479" y="54102"/>
                </a:lnTo>
                <a:lnTo>
                  <a:pt x="1396" y="57113"/>
                </a:lnTo>
                <a:lnTo>
                  <a:pt x="2666" y="52578"/>
                </a:lnTo>
                <a:lnTo>
                  <a:pt x="5436" y="52347"/>
                </a:lnTo>
                <a:lnTo>
                  <a:pt x="6095" y="51181"/>
                </a:lnTo>
                <a:lnTo>
                  <a:pt x="9397" y="47879"/>
                </a:lnTo>
                <a:lnTo>
                  <a:pt x="11937" y="46609"/>
                </a:lnTo>
                <a:lnTo>
                  <a:pt x="4317" y="46609"/>
                </a:lnTo>
                <a:lnTo>
                  <a:pt x="4360" y="45278"/>
                </a:lnTo>
                <a:close/>
              </a:path>
              <a:path extrusionOk="0" h="70485" w="22860">
                <a:moveTo>
                  <a:pt x="18668" y="54483"/>
                </a:moveTo>
                <a:lnTo>
                  <a:pt x="18414" y="57023"/>
                </a:lnTo>
                <a:lnTo>
                  <a:pt x="18668" y="56134"/>
                </a:lnTo>
                <a:lnTo>
                  <a:pt x="18668" y="54483"/>
                </a:lnTo>
                <a:close/>
              </a:path>
              <a:path extrusionOk="0" h="70485" w="22860">
                <a:moveTo>
                  <a:pt x="18704" y="56009"/>
                </a:moveTo>
                <a:lnTo>
                  <a:pt x="18414" y="57023"/>
                </a:lnTo>
                <a:lnTo>
                  <a:pt x="18728" y="57023"/>
                </a:lnTo>
                <a:lnTo>
                  <a:pt x="18704" y="56009"/>
                </a:lnTo>
                <a:close/>
              </a:path>
              <a:path extrusionOk="0" h="70485" w="22860">
                <a:moveTo>
                  <a:pt x="19140" y="54483"/>
                </a:moveTo>
                <a:lnTo>
                  <a:pt x="18668" y="54483"/>
                </a:lnTo>
                <a:lnTo>
                  <a:pt x="18704" y="56009"/>
                </a:lnTo>
                <a:lnTo>
                  <a:pt x="19140" y="54483"/>
                </a:lnTo>
                <a:close/>
              </a:path>
              <a:path extrusionOk="0" h="70485" w="22860">
                <a:moveTo>
                  <a:pt x="16382" y="51435"/>
                </a:moveTo>
                <a:lnTo>
                  <a:pt x="5436" y="52347"/>
                </a:lnTo>
                <a:lnTo>
                  <a:pt x="4444" y="54102"/>
                </a:lnTo>
                <a:lnTo>
                  <a:pt x="16382" y="51435"/>
                </a:lnTo>
                <a:close/>
              </a:path>
              <a:path extrusionOk="0" h="70485" w="22860">
                <a:moveTo>
                  <a:pt x="20026" y="51435"/>
                </a:moveTo>
                <a:lnTo>
                  <a:pt x="16382" y="51435"/>
                </a:lnTo>
                <a:lnTo>
                  <a:pt x="4444" y="54102"/>
                </a:lnTo>
                <a:lnTo>
                  <a:pt x="19249" y="54102"/>
                </a:lnTo>
                <a:lnTo>
                  <a:pt x="19648" y="52705"/>
                </a:lnTo>
                <a:lnTo>
                  <a:pt x="20026" y="51435"/>
                </a:lnTo>
                <a:close/>
              </a:path>
              <a:path extrusionOk="0" h="70485" w="22860">
                <a:moveTo>
                  <a:pt x="19684" y="52578"/>
                </a:moveTo>
                <a:close/>
              </a:path>
              <a:path extrusionOk="0" h="70485" w="22860">
                <a:moveTo>
                  <a:pt x="19719" y="52578"/>
                </a:moveTo>
                <a:close/>
              </a:path>
              <a:path extrusionOk="0" h="70485" w="22860">
                <a:moveTo>
                  <a:pt x="12191" y="46482"/>
                </a:moveTo>
                <a:lnTo>
                  <a:pt x="9397" y="47879"/>
                </a:lnTo>
                <a:lnTo>
                  <a:pt x="6095" y="51181"/>
                </a:lnTo>
                <a:lnTo>
                  <a:pt x="5436" y="52347"/>
                </a:lnTo>
                <a:lnTo>
                  <a:pt x="16382" y="51435"/>
                </a:lnTo>
                <a:lnTo>
                  <a:pt x="20026" y="51435"/>
                </a:lnTo>
                <a:lnTo>
                  <a:pt x="20182" y="50857"/>
                </a:lnTo>
                <a:lnTo>
                  <a:pt x="10794" y="47498"/>
                </a:lnTo>
                <a:lnTo>
                  <a:pt x="12191" y="46482"/>
                </a:lnTo>
                <a:close/>
              </a:path>
              <a:path extrusionOk="0" h="70485" w="22860">
                <a:moveTo>
                  <a:pt x="20950" y="46482"/>
                </a:moveTo>
                <a:lnTo>
                  <a:pt x="12191" y="46482"/>
                </a:lnTo>
                <a:lnTo>
                  <a:pt x="10794" y="47498"/>
                </a:lnTo>
                <a:lnTo>
                  <a:pt x="20182" y="50857"/>
                </a:lnTo>
                <a:lnTo>
                  <a:pt x="20574" y="49403"/>
                </a:lnTo>
                <a:lnTo>
                  <a:pt x="20868" y="47244"/>
                </a:lnTo>
                <a:lnTo>
                  <a:pt x="20950" y="46482"/>
                </a:lnTo>
                <a:close/>
              </a:path>
              <a:path extrusionOk="0" h="70485" w="22860">
                <a:moveTo>
                  <a:pt x="3555" y="47244"/>
                </a:moveTo>
                <a:lnTo>
                  <a:pt x="3511" y="47371"/>
                </a:lnTo>
                <a:lnTo>
                  <a:pt x="3555" y="47244"/>
                </a:lnTo>
                <a:close/>
              </a:path>
              <a:path extrusionOk="0" h="70485" w="22860">
                <a:moveTo>
                  <a:pt x="4825" y="44069"/>
                </a:moveTo>
                <a:lnTo>
                  <a:pt x="4360" y="45278"/>
                </a:lnTo>
                <a:lnTo>
                  <a:pt x="4317" y="46609"/>
                </a:lnTo>
                <a:lnTo>
                  <a:pt x="4825" y="44069"/>
                </a:lnTo>
                <a:close/>
              </a:path>
              <a:path extrusionOk="0" h="70485" w="22860">
                <a:moveTo>
                  <a:pt x="20873" y="44069"/>
                </a:moveTo>
                <a:lnTo>
                  <a:pt x="4825" y="44069"/>
                </a:lnTo>
                <a:lnTo>
                  <a:pt x="4317" y="46609"/>
                </a:lnTo>
                <a:lnTo>
                  <a:pt x="11937" y="46609"/>
                </a:lnTo>
                <a:lnTo>
                  <a:pt x="12191" y="46482"/>
                </a:lnTo>
                <a:lnTo>
                  <a:pt x="20950" y="46482"/>
                </a:lnTo>
                <a:lnTo>
                  <a:pt x="20873" y="44069"/>
                </a:lnTo>
                <a:close/>
              </a:path>
              <a:path extrusionOk="0" h="70485" w="22860">
                <a:moveTo>
                  <a:pt x="20832" y="42799"/>
                </a:moveTo>
                <a:lnTo>
                  <a:pt x="4440" y="42799"/>
                </a:lnTo>
                <a:lnTo>
                  <a:pt x="4360" y="45278"/>
                </a:lnTo>
                <a:lnTo>
                  <a:pt x="4825" y="44069"/>
                </a:lnTo>
                <a:lnTo>
                  <a:pt x="20873" y="44069"/>
                </a:lnTo>
                <a:lnTo>
                  <a:pt x="20832" y="42799"/>
                </a:lnTo>
                <a:close/>
              </a:path>
              <a:path extrusionOk="0" h="70485" w="22860">
                <a:moveTo>
                  <a:pt x="4444" y="42672"/>
                </a:moveTo>
                <a:close/>
              </a:path>
              <a:path extrusionOk="0" h="70485" w="22860">
                <a:moveTo>
                  <a:pt x="20450" y="33020"/>
                </a:moveTo>
                <a:lnTo>
                  <a:pt x="4818" y="33020"/>
                </a:lnTo>
                <a:lnTo>
                  <a:pt x="4571" y="37211"/>
                </a:lnTo>
                <a:lnTo>
                  <a:pt x="4444" y="42799"/>
                </a:lnTo>
                <a:lnTo>
                  <a:pt x="20827" y="42799"/>
                </a:lnTo>
                <a:lnTo>
                  <a:pt x="20574" y="37465"/>
                </a:lnTo>
                <a:lnTo>
                  <a:pt x="20450" y="33020"/>
                </a:lnTo>
                <a:close/>
              </a:path>
              <a:path extrusionOk="0" h="70485" w="22860">
                <a:moveTo>
                  <a:pt x="4825" y="32893"/>
                </a:moveTo>
                <a:close/>
              </a:path>
              <a:path extrusionOk="0" h="70485" w="22860">
                <a:moveTo>
                  <a:pt x="19961" y="25781"/>
                </a:moveTo>
                <a:lnTo>
                  <a:pt x="5184" y="25781"/>
                </a:lnTo>
                <a:lnTo>
                  <a:pt x="4952" y="28448"/>
                </a:lnTo>
                <a:lnTo>
                  <a:pt x="4825" y="33020"/>
                </a:lnTo>
                <a:lnTo>
                  <a:pt x="20446" y="33020"/>
                </a:lnTo>
                <a:lnTo>
                  <a:pt x="20192" y="28702"/>
                </a:lnTo>
                <a:lnTo>
                  <a:pt x="20192" y="28448"/>
                </a:lnTo>
                <a:lnTo>
                  <a:pt x="19961" y="25781"/>
                </a:lnTo>
                <a:close/>
              </a:path>
              <a:path extrusionOk="0" h="70485" w="22860">
                <a:moveTo>
                  <a:pt x="5206" y="25527"/>
                </a:moveTo>
                <a:lnTo>
                  <a:pt x="5184" y="25781"/>
                </a:lnTo>
                <a:lnTo>
                  <a:pt x="5206" y="25527"/>
                </a:lnTo>
                <a:close/>
              </a:path>
              <a:path extrusionOk="0" h="70485" w="22860">
                <a:moveTo>
                  <a:pt x="19430" y="16002"/>
                </a:moveTo>
                <a:lnTo>
                  <a:pt x="5714" y="16002"/>
                </a:lnTo>
                <a:lnTo>
                  <a:pt x="5841" y="18034"/>
                </a:lnTo>
                <a:lnTo>
                  <a:pt x="5595" y="18034"/>
                </a:lnTo>
                <a:lnTo>
                  <a:pt x="5455" y="20447"/>
                </a:lnTo>
                <a:lnTo>
                  <a:pt x="5206" y="25781"/>
                </a:lnTo>
                <a:lnTo>
                  <a:pt x="19938" y="25781"/>
                </a:lnTo>
                <a:lnTo>
                  <a:pt x="19801" y="20320"/>
                </a:lnTo>
                <a:lnTo>
                  <a:pt x="19605" y="18034"/>
                </a:lnTo>
                <a:lnTo>
                  <a:pt x="5841" y="18034"/>
                </a:lnTo>
                <a:lnTo>
                  <a:pt x="5645" y="17182"/>
                </a:lnTo>
                <a:lnTo>
                  <a:pt x="19532" y="17182"/>
                </a:lnTo>
                <a:lnTo>
                  <a:pt x="19430" y="16002"/>
                </a:lnTo>
                <a:close/>
              </a:path>
              <a:path extrusionOk="0" h="70485" w="22860">
                <a:moveTo>
                  <a:pt x="19938" y="25527"/>
                </a:moveTo>
                <a:lnTo>
                  <a:pt x="19938" y="25781"/>
                </a:lnTo>
                <a:lnTo>
                  <a:pt x="19938" y="25527"/>
                </a:lnTo>
                <a:close/>
              </a:path>
              <a:path extrusionOk="0" h="70485" w="22860">
                <a:moveTo>
                  <a:pt x="5714" y="16002"/>
                </a:moveTo>
                <a:lnTo>
                  <a:pt x="5645" y="17182"/>
                </a:lnTo>
                <a:lnTo>
                  <a:pt x="5841" y="18034"/>
                </a:lnTo>
                <a:lnTo>
                  <a:pt x="5714" y="16002"/>
                </a:lnTo>
                <a:close/>
              </a:path>
              <a:path extrusionOk="0" h="70485" w="22860">
                <a:moveTo>
                  <a:pt x="5328" y="8786"/>
                </a:moveTo>
                <a:lnTo>
                  <a:pt x="5206" y="10668"/>
                </a:lnTo>
                <a:lnTo>
                  <a:pt x="5079" y="14732"/>
                </a:lnTo>
                <a:lnTo>
                  <a:pt x="5645" y="17182"/>
                </a:lnTo>
                <a:lnTo>
                  <a:pt x="5714" y="16002"/>
                </a:lnTo>
                <a:lnTo>
                  <a:pt x="19430" y="16002"/>
                </a:lnTo>
                <a:lnTo>
                  <a:pt x="18922" y="13716"/>
                </a:lnTo>
                <a:lnTo>
                  <a:pt x="18364" y="12319"/>
                </a:lnTo>
                <a:lnTo>
                  <a:pt x="18033" y="12319"/>
                </a:lnTo>
                <a:lnTo>
                  <a:pt x="17652" y="10541"/>
                </a:lnTo>
                <a:lnTo>
                  <a:pt x="17824" y="10541"/>
                </a:lnTo>
                <a:lnTo>
                  <a:pt x="17809" y="10414"/>
                </a:lnTo>
                <a:lnTo>
                  <a:pt x="6476" y="10414"/>
                </a:lnTo>
                <a:lnTo>
                  <a:pt x="5328" y="8786"/>
                </a:lnTo>
                <a:close/>
              </a:path>
              <a:path extrusionOk="0" h="70485" w="22860">
                <a:moveTo>
                  <a:pt x="17652" y="10541"/>
                </a:moveTo>
                <a:lnTo>
                  <a:pt x="18033" y="12319"/>
                </a:lnTo>
                <a:lnTo>
                  <a:pt x="17896" y="11149"/>
                </a:lnTo>
                <a:lnTo>
                  <a:pt x="17652" y="10541"/>
                </a:lnTo>
                <a:close/>
              </a:path>
              <a:path extrusionOk="0" h="70485" w="22860">
                <a:moveTo>
                  <a:pt x="17896" y="11149"/>
                </a:moveTo>
                <a:lnTo>
                  <a:pt x="18033" y="12319"/>
                </a:lnTo>
                <a:lnTo>
                  <a:pt x="18364" y="12319"/>
                </a:lnTo>
                <a:lnTo>
                  <a:pt x="17896" y="11149"/>
                </a:lnTo>
                <a:close/>
              </a:path>
              <a:path extrusionOk="0" h="70485" w="22860">
                <a:moveTo>
                  <a:pt x="17824" y="10541"/>
                </a:moveTo>
                <a:lnTo>
                  <a:pt x="17652" y="10541"/>
                </a:lnTo>
                <a:lnTo>
                  <a:pt x="17896" y="11149"/>
                </a:lnTo>
                <a:lnTo>
                  <a:pt x="17824" y="10541"/>
                </a:lnTo>
                <a:close/>
              </a:path>
              <a:path extrusionOk="0" h="70485" w="22860">
                <a:moveTo>
                  <a:pt x="5206" y="10160"/>
                </a:moveTo>
                <a:lnTo>
                  <a:pt x="5147" y="10668"/>
                </a:lnTo>
                <a:lnTo>
                  <a:pt x="5206" y="10160"/>
                </a:lnTo>
                <a:close/>
              </a:path>
              <a:path extrusionOk="0" h="70485" w="22860">
                <a:moveTo>
                  <a:pt x="17874" y="10160"/>
                </a:moveTo>
                <a:lnTo>
                  <a:pt x="17906" y="10668"/>
                </a:lnTo>
                <a:lnTo>
                  <a:pt x="17874" y="10160"/>
                </a:lnTo>
                <a:close/>
              </a:path>
              <a:path extrusionOk="0" h="70485" w="22860">
                <a:moveTo>
                  <a:pt x="5461" y="6731"/>
                </a:moveTo>
                <a:lnTo>
                  <a:pt x="5328" y="8786"/>
                </a:lnTo>
                <a:lnTo>
                  <a:pt x="6476" y="10414"/>
                </a:lnTo>
                <a:lnTo>
                  <a:pt x="5461" y="6731"/>
                </a:lnTo>
                <a:close/>
              </a:path>
              <a:path extrusionOk="0" h="70485" w="22860">
                <a:moveTo>
                  <a:pt x="6451" y="6731"/>
                </a:moveTo>
                <a:lnTo>
                  <a:pt x="5461" y="6731"/>
                </a:lnTo>
                <a:lnTo>
                  <a:pt x="6476" y="10414"/>
                </a:lnTo>
                <a:lnTo>
                  <a:pt x="17809" y="10414"/>
                </a:lnTo>
                <a:lnTo>
                  <a:pt x="17874" y="10160"/>
                </a:lnTo>
                <a:lnTo>
                  <a:pt x="17784" y="8763"/>
                </a:lnTo>
                <a:lnTo>
                  <a:pt x="7874" y="8763"/>
                </a:lnTo>
                <a:lnTo>
                  <a:pt x="6567" y="7747"/>
                </a:lnTo>
                <a:lnTo>
                  <a:pt x="5968" y="7747"/>
                </a:lnTo>
                <a:lnTo>
                  <a:pt x="5587" y="6985"/>
                </a:lnTo>
                <a:lnTo>
                  <a:pt x="7030" y="6985"/>
                </a:lnTo>
                <a:lnTo>
                  <a:pt x="6451" y="6731"/>
                </a:lnTo>
                <a:close/>
              </a:path>
              <a:path extrusionOk="0" h="70485" w="22860">
                <a:moveTo>
                  <a:pt x="3555" y="5461"/>
                </a:moveTo>
                <a:lnTo>
                  <a:pt x="4571" y="7620"/>
                </a:lnTo>
                <a:lnTo>
                  <a:pt x="4952" y="8255"/>
                </a:lnTo>
                <a:lnTo>
                  <a:pt x="5328" y="8786"/>
                </a:lnTo>
                <a:lnTo>
                  <a:pt x="5461" y="6731"/>
                </a:lnTo>
                <a:lnTo>
                  <a:pt x="6451" y="6731"/>
                </a:lnTo>
                <a:lnTo>
                  <a:pt x="3555" y="5461"/>
                </a:lnTo>
                <a:close/>
              </a:path>
              <a:path extrusionOk="0" h="70485" w="22860">
                <a:moveTo>
                  <a:pt x="8671" y="7704"/>
                </a:moveTo>
                <a:lnTo>
                  <a:pt x="7874" y="8763"/>
                </a:lnTo>
                <a:lnTo>
                  <a:pt x="10159" y="8763"/>
                </a:lnTo>
                <a:lnTo>
                  <a:pt x="10493" y="8503"/>
                </a:lnTo>
                <a:lnTo>
                  <a:pt x="8671" y="7704"/>
                </a:lnTo>
                <a:close/>
              </a:path>
              <a:path extrusionOk="0" h="70485" w="22860">
                <a:moveTo>
                  <a:pt x="10493" y="8503"/>
                </a:moveTo>
                <a:lnTo>
                  <a:pt x="10159" y="8763"/>
                </a:lnTo>
                <a:lnTo>
                  <a:pt x="10794" y="8636"/>
                </a:lnTo>
                <a:lnTo>
                  <a:pt x="10493" y="8503"/>
                </a:lnTo>
                <a:close/>
              </a:path>
              <a:path extrusionOk="0" h="70485" w="22860">
                <a:moveTo>
                  <a:pt x="12445" y="6985"/>
                </a:moveTo>
                <a:lnTo>
                  <a:pt x="10493" y="8503"/>
                </a:lnTo>
                <a:lnTo>
                  <a:pt x="10794" y="8636"/>
                </a:lnTo>
                <a:lnTo>
                  <a:pt x="10159" y="8763"/>
                </a:lnTo>
                <a:lnTo>
                  <a:pt x="17784" y="8763"/>
                </a:lnTo>
                <a:lnTo>
                  <a:pt x="17718" y="7747"/>
                </a:lnTo>
                <a:lnTo>
                  <a:pt x="11937" y="7747"/>
                </a:lnTo>
                <a:lnTo>
                  <a:pt x="12445" y="6985"/>
                </a:lnTo>
                <a:close/>
              </a:path>
              <a:path extrusionOk="0" h="70485" w="22860">
                <a:moveTo>
                  <a:pt x="5587" y="6985"/>
                </a:moveTo>
                <a:lnTo>
                  <a:pt x="5968" y="7747"/>
                </a:lnTo>
                <a:lnTo>
                  <a:pt x="6567" y="7747"/>
                </a:lnTo>
                <a:lnTo>
                  <a:pt x="5587" y="6985"/>
                </a:lnTo>
                <a:close/>
              </a:path>
              <a:path extrusionOk="0" h="70485" w="22860">
                <a:moveTo>
                  <a:pt x="7030" y="6985"/>
                </a:moveTo>
                <a:lnTo>
                  <a:pt x="5587" y="6985"/>
                </a:lnTo>
                <a:lnTo>
                  <a:pt x="6567" y="7747"/>
                </a:lnTo>
                <a:lnTo>
                  <a:pt x="8639" y="7747"/>
                </a:lnTo>
                <a:lnTo>
                  <a:pt x="7030" y="6985"/>
                </a:lnTo>
                <a:close/>
              </a:path>
              <a:path extrusionOk="0" h="70485" w="22860">
                <a:moveTo>
                  <a:pt x="14477" y="0"/>
                </a:moveTo>
                <a:lnTo>
                  <a:pt x="8735" y="7620"/>
                </a:lnTo>
                <a:lnTo>
                  <a:pt x="8768" y="7747"/>
                </a:lnTo>
                <a:lnTo>
                  <a:pt x="11466" y="7747"/>
                </a:lnTo>
                <a:lnTo>
                  <a:pt x="12445" y="6985"/>
                </a:lnTo>
                <a:lnTo>
                  <a:pt x="17669" y="6985"/>
                </a:lnTo>
                <a:lnTo>
                  <a:pt x="17652" y="6731"/>
                </a:lnTo>
                <a:lnTo>
                  <a:pt x="16637" y="3683"/>
                </a:lnTo>
                <a:lnTo>
                  <a:pt x="15561" y="2159"/>
                </a:lnTo>
                <a:lnTo>
                  <a:pt x="15112" y="1524"/>
                </a:lnTo>
                <a:lnTo>
                  <a:pt x="14477" y="0"/>
                </a:lnTo>
                <a:close/>
              </a:path>
              <a:path extrusionOk="0" h="70485" w="22860">
                <a:moveTo>
                  <a:pt x="17669" y="6985"/>
                </a:moveTo>
                <a:lnTo>
                  <a:pt x="12445" y="6985"/>
                </a:lnTo>
                <a:lnTo>
                  <a:pt x="11937" y="7747"/>
                </a:lnTo>
                <a:lnTo>
                  <a:pt x="17718" y="7747"/>
                </a:lnTo>
                <a:lnTo>
                  <a:pt x="17669" y="6985"/>
                </a:lnTo>
                <a:close/>
              </a:path>
              <a:path extrusionOk="0" h="70485" w="22860">
                <a:moveTo>
                  <a:pt x="15112" y="1524"/>
                </a:moveTo>
                <a:lnTo>
                  <a:pt x="15493" y="2159"/>
                </a:lnTo>
                <a:lnTo>
                  <a:pt x="15359" y="1873"/>
                </a:lnTo>
                <a:lnTo>
                  <a:pt x="15112" y="1524"/>
                </a:lnTo>
                <a:close/>
              </a:path>
              <a:path extrusionOk="0" h="70485" w="22860">
                <a:moveTo>
                  <a:pt x="15359" y="1873"/>
                </a:moveTo>
                <a:lnTo>
                  <a:pt x="15493" y="2159"/>
                </a:lnTo>
                <a:lnTo>
                  <a:pt x="15359" y="1873"/>
                </a:lnTo>
                <a:close/>
              </a:path>
              <a:path extrusionOk="0" h="70485" w="22860">
                <a:moveTo>
                  <a:pt x="15195" y="1524"/>
                </a:moveTo>
                <a:lnTo>
                  <a:pt x="15359" y="1873"/>
                </a:lnTo>
                <a:lnTo>
                  <a:pt x="15195" y="15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9647300" y="3733800"/>
            <a:ext cx="655321" cy="14566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3263900" y="363219"/>
            <a:ext cx="566102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</a:t>
            </a:r>
            <a:endParaRPr/>
          </a:p>
        </p:txBody>
      </p:sp>
      <p:pic>
        <p:nvPicPr>
          <p:cNvPr id="306" name="Google Shape;3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347" y="1542161"/>
            <a:ext cx="63496" cy="7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9738" y="1966848"/>
            <a:ext cx="67436" cy="9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0232" y="2768600"/>
            <a:ext cx="92075" cy="8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09259" y="5964732"/>
            <a:ext cx="70429" cy="10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9096" y="1687702"/>
            <a:ext cx="91842" cy="9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5121" y="5646089"/>
            <a:ext cx="94370" cy="90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17"/>
          <p:cNvGrpSpPr/>
          <p:nvPr/>
        </p:nvGrpSpPr>
        <p:grpSpPr>
          <a:xfrm>
            <a:off x="2130805" y="1837563"/>
            <a:ext cx="3409823" cy="3352925"/>
            <a:chOff x="2130805" y="1837563"/>
            <a:chExt cx="3409823" cy="3352925"/>
          </a:xfrm>
        </p:grpSpPr>
        <p:pic>
          <p:nvPicPr>
            <p:cNvPr id="313" name="Google Shape;313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56555" y="1837563"/>
              <a:ext cx="102743" cy="900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36571" y="2539746"/>
              <a:ext cx="79140" cy="93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601848" y="4700651"/>
              <a:ext cx="64410" cy="104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778797" y="2950337"/>
              <a:ext cx="84290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40759" y="4996180"/>
              <a:ext cx="78866" cy="33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537203" y="5093842"/>
              <a:ext cx="116078" cy="966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1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130805" y="1946148"/>
              <a:ext cx="3409823" cy="32289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0" name="Google Shape;320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75817" y="5232780"/>
            <a:ext cx="92538" cy="8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573911" y="4117721"/>
            <a:ext cx="101409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76070" y="2654680"/>
            <a:ext cx="93453" cy="97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25072" y="4122928"/>
            <a:ext cx="205231" cy="18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345341" y="4370705"/>
            <a:ext cx="335025" cy="14973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7"/>
          <p:cNvSpPr/>
          <p:nvPr/>
        </p:nvSpPr>
        <p:spPr>
          <a:xfrm>
            <a:off x="7518950" y="4283075"/>
            <a:ext cx="12700" cy="12065"/>
          </a:xfrm>
          <a:custGeom>
            <a:rect b="b" l="l" r="r" t="t"/>
            <a:pathLst>
              <a:path extrusionOk="0" h="12064" w="12700">
                <a:moveTo>
                  <a:pt x="0" y="0"/>
                </a:moveTo>
                <a:lnTo>
                  <a:pt x="10287" y="11937"/>
                </a:lnTo>
                <a:lnTo>
                  <a:pt x="12700" y="9651"/>
                </a:lnTo>
                <a:lnTo>
                  <a:pt x="0" y="0"/>
                </a:lnTo>
                <a:close/>
              </a:path>
            </a:pathLst>
          </a:custGeom>
          <a:solidFill>
            <a:srgbClr val="8063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010315" y="2099183"/>
            <a:ext cx="3115055" cy="29192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17"/>
          <p:cNvGrpSpPr/>
          <p:nvPr/>
        </p:nvGrpSpPr>
        <p:grpSpPr>
          <a:xfrm>
            <a:off x="5832221" y="1271142"/>
            <a:ext cx="561339" cy="5208435"/>
            <a:chOff x="5832221" y="1271142"/>
            <a:chExt cx="561339" cy="5208435"/>
          </a:xfrm>
        </p:grpSpPr>
        <p:pic>
          <p:nvPicPr>
            <p:cNvPr id="328" name="Google Shape;328;p1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32221" y="1390776"/>
              <a:ext cx="561339" cy="5088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078142" y="1271142"/>
              <a:ext cx="84786" cy="132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17"/>
          <p:cNvSpPr/>
          <p:nvPr/>
        </p:nvSpPr>
        <p:spPr>
          <a:xfrm>
            <a:off x="3756533" y="5266690"/>
            <a:ext cx="22860" cy="70485"/>
          </a:xfrm>
          <a:custGeom>
            <a:rect b="b" l="l" r="r" t="t"/>
            <a:pathLst>
              <a:path extrusionOk="0" h="70485" w="22860">
                <a:moveTo>
                  <a:pt x="1396" y="58194"/>
                </a:moveTo>
                <a:lnTo>
                  <a:pt x="888" y="59436"/>
                </a:lnTo>
                <a:lnTo>
                  <a:pt x="253" y="62357"/>
                </a:lnTo>
                <a:lnTo>
                  <a:pt x="126" y="68199"/>
                </a:lnTo>
                <a:lnTo>
                  <a:pt x="0" y="70358"/>
                </a:lnTo>
                <a:lnTo>
                  <a:pt x="17906" y="68199"/>
                </a:lnTo>
                <a:lnTo>
                  <a:pt x="17906" y="65659"/>
                </a:lnTo>
                <a:lnTo>
                  <a:pt x="17399" y="65659"/>
                </a:lnTo>
                <a:lnTo>
                  <a:pt x="17442" y="65278"/>
                </a:lnTo>
                <a:lnTo>
                  <a:pt x="15366" y="65278"/>
                </a:lnTo>
                <a:lnTo>
                  <a:pt x="17500" y="59944"/>
                </a:lnTo>
                <a:lnTo>
                  <a:pt x="1396" y="59944"/>
                </a:lnTo>
                <a:lnTo>
                  <a:pt x="1396" y="58194"/>
                </a:lnTo>
                <a:close/>
              </a:path>
              <a:path extrusionOk="0" h="70485" w="22860">
                <a:moveTo>
                  <a:pt x="17906" y="68199"/>
                </a:moveTo>
                <a:lnTo>
                  <a:pt x="0" y="70358"/>
                </a:lnTo>
                <a:lnTo>
                  <a:pt x="17906" y="69342"/>
                </a:lnTo>
                <a:lnTo>
                  <a:pt x="17906" y="68199"/>
                </a:lnTo>
                <a:close/>
              </a:path>
              <a:path extrusionOk="0" h="70485" w="22860">
                <a:moveTo>
                  <a:pt x="1396" y="57113"/>
                </a:moveTo>
                <a:lnTo>
                  <a:pt x="67" y="61862"/>
                </a:lnTo>
                <a:lnTo>
                  <a:pt x="0" y="68834"/>
                </a:lnTo>
                <a:lnTo>
                  <a:pt x="126" y="63500"/>
                </a:lnTo>
                <a:lnTo>
                  <a:pt x="253" y="62357"/>
                </a:lnTo>
                <a:lnTo>
                  <a:pt x="888" y="59436"/>
                </a:lnTo>
                <a:lnTo>
                  <a:pt x="1396" y="58194"/>
                </a:lnTo>
                <a:lnTo>
                  <a:pt x="1396" y="57113"/>
                </a:lnTo>
                <a:close/>
              </a:path>
              <a:path extrusionOk="0" h="70485" w="22860">
                <a:moveTo>
                  <a:pt x="126" y="67818"/>
                </a:moveTo>
                <a:lnTo>
                  <a:pt x="79" y="68199"/>
                </a:lnTo>
                <a:lnTo>
                  <a:pt x="126" y="67818"/>
                </a:lnTo>
                <a:close/>
              </a:path>
              <a:path extrusionOk="0" h="70485" w="22860">
                <a:moveTo>
                  <a:pt x="17779" y="62357"/>
                </a:moveTo>
                <a:lnTo>
                  <a:pt x="17399" y="65659"/>
                </a:lnTo>
                <a:lnTo>
                  <a:pt x="17824" y="64262"/>
                </a:lnTo>
                <a:lnTo>
                  <a:pt x="17779" y="62357"/>
                </a:lnTo>
                <a:close/>
              </a:path>
              <a:path extrusionOk="0" h="70485" w="22860">
                <a:moveTo>
                  <a:pt x="17906" y="63989"/>
                </a:moveTo>
                <a:lnTo>
                  <a:pt x="17399" y="65659"/>
                </a:lnTo>
                <a:lnTo>
                  <a:pt x="17906" y="65659"/>
                </a:lnTo>
                <a:lnTo>
                  <a:pt x="17906" y="63989"/>
                </a:lnTo>
                <a:close/>
              </a:path>
              <a:path extrusionOk="0" h="70485" w="22860">
                <a:moveTo>
                  <a:pt x="17906" y="58928"/>
                </a:moveTo>
                <a:lnTo>
                  <a:pt x="15366" y="65278"/>
                </a:lnTo>
                <a:lnTo>
                  <a:pt x="16382" y="64135"/>
                </a:lnTo>
                <a:lnTo>
                  <a:pt x="17017" y="63500"/>
                </a:lnTo>
                <a:lnTo>
                  <a:pt x="17906" y="61862"/>
                </a:lnTo>
                <a:lnTo>
                  <a:pt x="17906" y="58928"/>
                </a:lnTo>
                <a:close/>
              </a:path>
              <a:path extrusionOk="0" h="70485" w="22860">
                <a:moveTo>
                  <a:pt x="17906" y="61862"/>
                </a:moveTo>
                <a:lnTo>
                  <a:pt x="17017" y="63500"/>
                </a:lnTo>
                <a:lnTo>
                  <a:pt x="16382" y="64262"/>
                </a:lnTo>
                <a:lnTo>
                  <a:pt x="15366" y="65278"/>
                </a:lnTo>
                <a:lnTo>
                  <a:pt x="17442" y="65278"/>
                </a:lnTo>
                <a:lnTo>
                  <a:pt x="17779" y="62357"/>
                </a:lnTo>
                <a:lnTo>
                  <a:pt x="17906" y="61862"/>
                </a:lnTo>
                <a:close/>
              </a:path>
              <a:path extrusionOk="0" h="70485" w="22860">
                <a:moveTo>
                  <a:pt x="16382" y="64135"/>
                </a:moveTo>
                <a:lnTo>
                  <a:pt x="16270" y="64262"/>
                </a:lnTo>
                <a:lnTo>
                  <a:pt x="16382" y="64135"/>
                </a:lnTo>
                <a:close/>
              </a:path>
              <a:path extrusionOk="0" h="70485" w="22860">
                <a:moveTo>
                  <a:pt x="16488" y="64135"/>
                </a:moveTo>
                <a:lnTo>
                  <a:pt x="16382" y="64262"/>
                </a:lnTo>
                <a:lnTo>
                  <a:pt x="16488" y="64135"/>
                </a:lnTo>
                <a:close/>
              </a:path>
              <a:path extrusionOk="0" h="70485" w="22860">
                <a:moveTo>
                  <a:pt x="18719" y="60366"/>
                </a:moveTo>
                <a:lnTo>
                  <a:pt x="17906" y="61862"/>
                </a:lnTo>
                <a:lnTo>
                  <a:pt x="17906" y="63989"/>
                </a:lnTo>
                <a:lnTo>
                  <a:pt x="18287" y="62738"/>
                </a:lnTo>
                <a:lnTo>
                  <a:pt x="18719" y="60366"/>
                </a:lnTo>
                <a:close/>
              </a:path>
              <a:path extrusionOk="0" h="70485" w="22860">
                <a:moveTo>
                  <a:pt x="17906" y="62357"/>
                </a:moveTo>
                <a:lnTo>
                  <a:pt x="17906" y="63500"/>
                </a:lnTo>
                <a:lnTo>
                  <a:pt x="17906" y="62357"/>
                </a:lnTo>
                <a:close/>
              </a:path>
              <a:path extrusionOk="0" h="70485" w="22860">
                <a:moveTo>
                  <a:pt x="18772" y="58928"/>
                </a:moveTo>
                <a:lnTo>
                  <a:pt x="17906" y="58928"/>
                </a:lnTo>
                <a:lnTo>
                  <a:pt x="17906" y="61862"/>
                </a:lnTo>
                <a:lnTo>
                  <a:pt x="18719" y="60366"/>
                </a:lnTo>
                <a:lnTo>
                  <a:pt x="18772" y="58928"/>
                </a:lnTo>
                <a:close/>
              </a:path>
              <a:path extrusionOk="0" h="70485" w="22860">
                <a:moveTo>
                  <a:pt x="19689" y="57371"/>
                </a:moveTo>
                <a:lnTo>
                  <a:pt x="18832" y="58572"/>
                </a:lnTo>
                <a:lnTo>
                  <a:pt x="18719" y="60366"/>
                </a:lnTo>
                <a:lnTo>
                  <a:pt x="19430" y="59055"/>
                </a:lnTo>
                <a:lnTo>
                  <a:pt x="19689" y="57371"/>
                </a:lnTo>
                <a:close/>
              </a:path>
              <a:path extrusionOk="0" h="70485" w="22860">
                <a:moveTo>
                  <a:pt x="2031" y="56642"/>
                </a:moveTo>
                <a:lnTo>
                  <a:pt x="1396" y="58194"/>
                </a:lnTo>
                <a:lnTo>
                  <a:pt x="1396" y="59944"/>
                </a:lnTo>
                <a:lnTo>
                  <a:pt x="2031" y="56642"/>
                </a:lnTo>
                <a:close/>
              </a:path>
              <a:path extrusionOk="0" h="70485" w="22860">
                <a:moveTo>
                  <a:pt x="18453" y="56642"/>
                </a:moveTo>
                <a:lnTo>
                  <a:pt x="2031" y="56642"/>
                </a:lnTo>
                <a:lnTo>
                  <a:pt x="1396" y="59944"/>
                </a:lnTo>
                <a:lnTo>
                  <a:pt x="17500" y="59944"/>
                </a:lnTo>
                <a:lnTo>
                  <a:pt x="17906" y="58928"/>
                </a:lnTo>
                <a:lnTo>
                  <a:pt x="18772" y="58928"/>
                </a:lnTo>
                <a:lnTo>
                  <a:pt x="18668" y="58801"/>
                </a:lnTo>
                <a:lnTo>
                  <a:pt x="18728" y="57023"/>
                </a:lnTo>
                <a:lnTo>
                  <a:pt x="18414" y="57023"/>
                </a:lnTo>
                <a:lnTo>
                  <a:pt x="18453" y="56642"/>
                </a:lnTo>
                <a:close/>
              </a:path>
              <a:path extrusionOk="0" h="70485" w="22860">
                <a:moveTo>
                  <a:pt x="18766" y="58664"/>
                </a:moveTo>
                <a:lnTo>
                  <a:pt x="18668" y="58801"/>
                </a:lnTo>
                <a:lnTo>
                  <a:pt x="18766" y="58664"/>
                </a:lnTo>
                <a:close/>
              </a:path>
              <a:path extrusionOk="0" h="70485" w="22860">
                <a:moveTo>
                  <a:pt x="19938" y="55753"/>
                </a:moveTo>
                <a:lnTo>
                  <a:pt x="18764" y="58572"/>
                </a:lnTo>
                <a:lnTo>
                  <a:pt x="19689" y="57371"/>
                </a:lnTo>
                <a:lnTo>
                  <a:pt x="19938" y="55753"/>
                </a:lnTo>
                <a:close/>
              </a:path>
              <a:path extrusionOk="0" h="70485" w="22860">
                <a:moveTo>
                  <a:pt x="20182" y="50857"/>
                </a:moveTo>
                <a:lnTo>
                  <a:pt x="19684" y="52705"/>
                </a:lnTo>
                <a:lnTo>
                  <a:pt x="18886" y="55372"/>
                </a:lnTo>
                <a:lnTo>
                  <a:pt x="18764" y="58572"/>
                </a:lnTo>
                <a:lnTo>
                  <a:pt x="19938" y="55753"/>
                </a:lnTo>
                <a:lnTo>
                  <a:pt x="20764" y="55753"/>
                </a:lnTo>
                <a:lnTo>
                  <a:pt x="22859" y="51816"/>
                </a:lnTo>
                <a:lnTo>
                  <a:pt x="20182" y="50857"/>
                </a:lnTo>
                <a:close/>
              </a:path>
              <a:path extrusionOk="0" h="70485" w="22860">
                <a:moveTo>
                  <a:pt x="5436" y="52347"/>
                </a:moveTo>
                <a:lnTo>
                  <a:pt x="2666" y="52578"/>
                </a:lnTo>
                <a:lnTo>
                  <a:pt x="1422" y="57023"/>
                </a:lnTo>
                <a:lnTo>
                  <a:pt x="1396" y="58194"/>
                </a:lnTo>
                <a:lnTo>
                  <a:pt x="2031" y="56642"/>
                </a:lnTo>
                <a:lnTo>
                  <a:pt x="18453" y="56642"/>
                </a:lnTo>
                <a:lnTo>
                  <a:pt x="18668" y="54483"/>
                </a:lnTo>
                <a:lnTo>
                  <a:pt x="19140" y="54483"/>
                </a:lnTo>
                <a:lnTo>
                  <a:pt x="19249" y="54102"/>
                </a:lnTo>
                <a:lnTo>
                  <a:pt x="4444" y="54102"/>
                </a:lnTo>
                <a:lnTo>
                  <a:pt x="5436" y="52347"/>
                </a:lnTo>
                <a:close/>
              </a:path>
              <a:path extrusionOk="0" h="70485" w="22860">
                <a:moveTo>
                  <a:pt x="20764" y="55753"/>
                </a:moveTo>
                <a:lnTo>
                  <a:pt x="19938" y="55753"/>
                </a:lnTo>
                <a:lnTo>
                  <a:pt x="19689" y="57371"/>
                </a:lnTo>
                <a:lnTo>
                  <a:pt x="20574" y="56134"/>
                </a:lnTo>
                <a:lnTo>
                  <a:pt x="20764" y="55753"/>
                </a:lnTo>
                <a:close/>
              </a:path>
              <a:path extrusionOk="0" h="70485" w="22860">
                <a:moveTo>
                  <a:pt x="4360" y="45278"/>
                </a:moveTo>
                <a:lnTo>
                  <a:pt x="3555" y="47371"/>
                </a:lnTo>
                <a:lnTo>
                  <a:pt x="2076" y="51435"/>
                </a:lnTo>
                <a:lnTo>
                  <a:pt x="1479" y="54102"/>
                </a:lnTo>
                <a:lnTo>
                  <a:pt x="1396" y="57113"/>
                </a:lnTo>
                <a:lnTo>
                  <a:pt x="2666" y="52578"/>
                </a:lnTo>
                <a:lnTo>
                  <a:pt x="5436" y="52347"/>
                </a:lnTo>
                <a:lnTo>
                  <a:pt x="6095" y="51181"/>
                </a:lnTo>
                <a:lnTo>
                  <a:pt x="9397" y="47879"/>
                </a:lnTo>
                <a:lnTo>
                  <a:pt x="11937" y="46609"/>
                </a:lnTo>
                <a:lnTo>
                  <a:pt x="4317" y="46609"/>
                </a:lnTo>
                <a:lnTo>
                  <a:pt x="4360" y="45278"/>
                </a:lnTo>
                <a:close/>
              </a:path>
              <a:path extrusionOk="0" h="70485" w="22860">
                <a:moveTo>
                  <a:pt x="18668" y="54483"/>
                </a:moveTo>
                <a:lnTo>
                  <a:pt x="18414" y="57023"/>
                </a:lnTo>
                <a:lnTo>
                  <a:pt x="18668" y="56134"/>
                </a:lnTo>
                <a:lnTo>
                  <a:pt x="18668" y="54483"/>
                </a:lnTo>
                <a:close/>
              </a:path>
              <a:path extrusionOk="0" h="70485" w="22860">
                <a:moveTo>
                  <a:pt x="18704" y="56009"/>
                </a:moveTo>
                <a:lnTo>
                  <a:pt x="18414" y="57023"/>
                </a:lnTo>
                <a:lnTo>
                  <a:pt x="18728" y="57023"/>
                </a:lnTo>
                <a:lnTo>
                  <a:pt x="18704" y="56009"/>
                </a:lnTo>
                <a:close/>
              </a:path>
              <a:path extrusionOk="0" h="70485" w="22860">
                <a:moveTo>
                  <a:pt x="19140" y="54483"/>
                </a:moveTo>
                <a:lnTo>
                  <a:pt x="18668" y="54483"/>
                </a:lnTo>
                <a:lnTo>
                  <a:pt x="18704" y="56009"/>
                </a:lnTo>
                <a:lnTo>
                  <a:pt x="19140" y="54483"/>
                </a:lnTo>
                <a:close/>
              </a:path>
              <a:path extrusionOk="0" h="70485" w="22860">
                <a:moveTo>
                  <a:pt x="16382" y="51435"/>
                </a:moveTo>
                <a:lnTo>
                  <a:pt x="5436" y="52347"/>
                </a:lnTo>
                <a:lnTo>
                  <a:pt x="4444" y="54102"/>
                </a:lnTo>
                <a:lnTo>
                  <a:pt x="16382" y="51435"/>
                </a:lnTo>
                <a:close/>
              </a:path>
              <a:path extrusionOk="0" h="70485" w="22860">
                <a:moveTo>
                  <a:pt x="20026" y="51435"/>
                </a:moveTo>
                <a:lnTo>
                  <a:pt x="16382" y="51435"/>
                </a:lnTo>
                <a:lnTo>
                  <a:pt x="4444" y="54102"/>
                </a:lnTo>
                <a:lnTo>
                  <a:pt x="19249" y="54102"/>
                </a:lnTo>
                <a:lnTo>
                  <a:pt x="19648" y="52705"/>
                </a:lnTo>
                <a:lnTo>
                  <a:pt x="20026" y="51435"/>
                </a:lnTo>
                <a:close/>
              </a:path>
              <a:path extrusionOk="0" h="70485" w="22860">
                <a:moveTo>
                  <a:pt x="19684" y="52578"/>
                </a:moveTo>
                <a:close/>
              </a:path>
              <a:path extrusionOk="0" h="70485" w="22860">
                <a:moveTo>
                  <a:pt x="19719" y="52578"/>
                </a:moveTo>
                <a:close/>
              </a:path>
              <a:path extrusionOk="0" h="70485" w="22860">
                <a:moveTo>
                  <a:pt x="12191" y="46482"/>
                </a:moveTo>
                <a:lnTo>
                  <a:pt x="9397" y="47879"/>
                </a:lnTo>
                <a:lnTo>
                  <a:pt x="6095" y="51181"/>
                </a:lnTo>
                <a:lnTo>
                  <a:pt x="5436" y="52347"/>
                </a:lnTo>
                <a:lnTo>
                  <a:pt x="16382" y="51435"/>
                </a:lnTo>
                <a:lnTo>
                  <a:pt x="20026" y="51435"/>
                </a:lnTo>
                <a:lnTo>
                  <a:pt x="20182" y="50857"/>
                </a:lnTo>
                <a:lnTo>
                  <a:pt x="10794" y="47498"/>
                </a:lnTo>
                <a:lnTo>
                  <a:pt x="12191" y="46482"/>
                </a:lnTo>
                <a:close/>
              </a:path>
              <a:path extrusionOk="0" h="70485" w="22860">
                <a:moveTo>
                  <a:pt x="20950" y="46482"/>
                </a:moveTo>
                <a:lnTo>
                  <a:pt x="12191" y="46482"/>
                </a:lnTo>
                <a:lnTo>
                  <a:pt x="10794" y="47498"/>
                </a:lnTo>
                <a:lnTo>
                  <a:pt x="20182" y="50857"/>
                </a:lnTo>
                <a:lnTo>
                  <a:pt x="20574" y="49403"/>
                </a:lnTo>
                <a:lnTo>
                  <a:pt x="20868" y="47244"/>
                </a:lnTo>
                <a:lnTo>
                  <a:pt x="20950" y="46482"/>
                </a:lnTo>
                <a:close/>
              </a:path>
              <a:path extrusionOk="0" h="70485" w="22860">
                <a:moveTo>
                  <a:pt x="3555" y="47244"/>
                </a:moveTo>
                <a:lnTo>
                  <a:pt x="3511" y="47371"/>
                </a:lnTo>
                <a:lnTo>
                  <a:pt x="3555" y="47244"/>
                </a:lnTo>
                <a:close/>
              </a:path>
              <a:path extrusionOk="0" h="70485" w="22860">
                <a:moveTo>
                  <a:pt x="4825" y="44069"/>
                </a:moveTo>
                <a:lnTo>
                  <a:pt x="4360" y="45278"/>
                </a:lnTo>
                <a:lnTo>
                  <a:pt x="4317" y="46609"/>
                </a:lnTo>
                <a:lnTo>
                  <a:pt x="4825" y="44069"/>
                </a:lnTo>
                <a:close/>
              </a:path>
              <a:path extrusionOk="0" h="70485" w="22860">
                <a:moveTo>
                  <a:pt x="20873" y="44069"/>
                </a:moveTo>
                <a:lnTo>
                  <a:pt x="4825" y="44069"/>
                </a:lnTo>
                <a:lnTo>
                  <a:pt x="4317" y="46609"/>
                </a:lnTo>
                <a:lnTo>
                  <a:pt x="11937" y="46609"/>
                </a:lnTo>
                <a:lnTo>
                  <a:pt x="12191" y="46482"/>
                </a:lnTo>
                <a:lnTo>
                  <a:pt x="20950" y="46482"/>
                </a:lnTo>
                <a:lnTo>
                  <a:pt x="20873" y="44069"/>
                </a:lnTo>
                <a:close/>
              </a:path>
              <a:path extrusionOk="0" h="70485" w="22860">
                <a:moveTo>
                  <a:pt x="20832" y="42799"/>
                </a:moveTo>
                <a:lnTo>
                  <a:pt x="4440" y="42799"/>
                </a:lnTo>
                <a:lnTo>
                  <a:pt x="4360" y="45278"/>
                </a:lnTo>
                <a:lnTo>
                  <a:pt x="4825" y="44069"/>
                </a:lnTo>
                <a:lnTo>
                  <a:pt x="20873" y="44069"/>
                </a:lnTo>
                <a:lnTo>
                  <a:pt x="20832" y="42799"/>
                </a:lnTo>
                <a:close/>
              </a:path>
              <a:path extrusionOk="0" h="70485" w="22860">
                <a:moveTo>
                  <a:pt x="4444" y="42672"/>
                </a:moveTo>
                <a:close/>
              </a:path>
              <a:path extrusionOk="0" h="70485" w="22860">
                <a:moveTo>
                  <a:pt x="20450" y="33020"/>
                </a:moveTo>
                <a:lnTo>
                  <a:pt x="4818" y="33020"/>
                </a:lnTo>
                <a:lnTo>
                  <a:pt x="4571" y="37211"/>
                </a:lnTo>
                <a:lnTo>
                  <a:pt x="4444" y="42799"/>
                </a:lnTo>
                <a:lnTo>
                  <a:pt x="20827" y="42799"/>
                </a:lnTo>
                <a:lnTo>
                  <a:pt x="20574" y="37465"/>
                </a:lnTo>
                <a:lnTo>
                  <a:pt x="20450" y="33020"/>
                </a:lnTo>
                <a:close/>
              </a:path>
              <a:path extrusionOk="0" h="70485" w="22860">
                <a:moveTo>
                  <a:pt x="4825" y="32893"/>
                </a:moveTo>
                <a:close/>
              </a:path>
              <a:path extrusionOk="0" h="70485" w="22860">
                <a:moveTo>
                  <a:pt x="19961" y="25781"/>
                </a:moveTo>
                <a:lnTo>
                  <a:pt x="5184" y="25781"/>
                </a:lnTo>
                <a:lnTo>
                  <a:pt x="4952" y="28448"/>
                </a:lnTo>
                <a:lnTo>
                  <a:pt x="4825" y="33020"/>
                </a:lnTo>
                <a:lnTo>
                  <a:pt x="20446" y="33020"/>
                </a:lnTo>
                <a:lnTo>
                  <a:pt x="20192" y="28702"/>
                </a:lnTo>
                <a:lnTo>
                  <a:pt x="20192" y="28448"/>
                </a:lnTo>
                <a:lnTo>
                  <a:pt x="19961" y="25781"/>
                </a:lnTo>
                <a:close/>
              </a:path>
              <a:path extrusionOk="0" h="70485" w="22860">
                <a:moveTo>
                  <a:pt x="5206" y="25527"/>
                </a:moveTo>
                <a:lnTo>
                  <a:pt x="5184" y="25781"/>
                </a:lnTo>
                <a:lnTo>
                  <a:pt x="5206" y="25527"/>
                </a:lnTo>
                <a:close/>
              </a:path>
              <a:path extrusionOk="0" h="70485" w="22860">
                <a:moveTo>
                  <a:pt x="19430" y="16002"/>
                </a:moveTo>
                <a:lnTo>
                  <a:pt x="5714" y="16002"/>
                </a:lnTo>
                <a:lnTo>
                  <a:pt x="5841" y="18034"/>
                </a:lnTo>
                <a:lnTo>
                  <a:pt x="5595" y="18034"/>
                </a:lnTo>
                <a:lnTo>
                  <a:pt x="5455" y="20447"/>
                </a:lnTo>
                <a:lnTo>
                  <a:pt x="5206" y="25781"/>
                </a:lnTo>
                <a:lnTo>
                  <a:pt x="19938" y="25781"/>
                </a:lnTo>
                <a:lnTo>
                  <a:pt x="19801" y="20320"/>
                </a:lnTo>
                <a:lnTo>
                  <a:pt x="19605" y="18034"/>
                </a:lnTo>
                <a:lnTo>
                  <a:pt x="5841" y="18034"/>
                </a:lnTo>
                <a:lnTo>
                  <a:pt x="5645" y="17182"/>
                </a:lnTo>
                <a:lnTo>
                  <a:pt x="19532" y="17182"/>
                </a:lnTo>
                <a:lnTo>
                  <a:pt x="19430" y="16002"/>
                </a:lnTo>
                <a:close/>
              </a:path>
              <a:path extrusionOk="0" h="70485" w="22860">
                <a:moveTo>
                  <a:pt x="19938" y="25527"/>
                </a:moveTo>
                <a:lnTo>
                  <a:pt x="19938" y="25781"/>
                </a:lnTo>
                <a:lnTo>
                  <a:pt x="19938" y="25527"/>
                </a:lnTo>
                <a:close/>
              </a:path>
              <a:path extrusionOk="0" h="70485" w="22860">
                <a:moveTo>
                  <a:pt x="5714" y="16002"/>
                </a:moveTo>
                <a:lnTo>
                  <a:pt x="5645" y="17182"/>
                </a:lnTo>
                <a:lnTo>
                  <a:pt x="5841" y="18034"/>
                </a:lnTo>
                <a:lnTo>
                  <a:pt x="5714" y="16002"/>
                </a:lnTo>
                <a:close/>
              </a:path>
              <a:path extrusionOk="0" h="70485" w="22860">
                <a:moveTo>
                  <a:pt x="5328" y="8786"/>
                </a:moveTo>
                <a:lnTo>
                  <a:pt x="5206" y="10668"/>
                </a:lnTo>
                <a:lnTo>
                  <a:pt x="5079" y="14732"/>
                </a:lnTo>
                <a:lnTo>
                  <a:pt x="5645" y="17182"/>
                </a:lnTo>
                <a:lnTo>
                  <a:pt x="5714" y="16002"/>
                </a:lnTo>
                <a:lnTo>
                  <a:pt x="19430" y="16002"/>
                </a:lnTo>
                <a:lnTo>
                  <a:pt x="18922" y="13716"/>
                </a:lnTo>
                <a:lnTo>
                  <a:pt x="18364" y="12319"/>
                </a:lnTo>
                <a:lnTo>
                  <a:pt x="18033" y="12319"/>
                </a:lnTo>
                <a:lnTo>
                  <a:pt x="17652" y="10541"/>
                </a:lnTo>
                <a:lnTo>
                  <a:pt x="17824" y="10541"/>
                </a:lnTo>
                <a:lnTo>
                  <a:pt x="17809" y="10414"/>
                </a:lnTo>
                <a:lnTo>
                  <a:pt x="6476" y="10414"/>
                </a:lnTo>
                <a:lnTo>
                  <a:pt x="5328" y="8786"/>
                </a:lnTo>
                <a:close/>
              </a:path>
              <a:path extrusionOk="0" h="70485" w="22860">
                <a:moveTo>
                  <a:pt x="17652" y="10541"/>
                </a:moveTo>
                <a:lnTo>
                  <a:pt x="18033" y="12319"/>
                </a:lnTo>
                <a:lnTo>
                  <a:pt x="17896" y="11149"/>
                </a:lnTo>
                <a:lnTo>
                  <a:pt x="17652" y="10541"/>
                </a:lnTo>
                <a:close/>
              </a:path>
              <a:path extrusionOk="0" h="70485" w="22860">
                <a:moveTo>
                  <a:pt x="17896" y="11149"/>
                </a:moveTo>
                <a:lnTo>
                  <a:pt x="18033" y="12319"/>
                </a:lnTo>
                <a:lnTo>
                  <a:pt x="18364" y="12319"/>
                </a:lnTo>
                <a:lnTo>
                  <a:pt x="17896" y="11149"/>
                </a:lnTo>
                <a:close/>
              </a:path>
              <a:path extrusionOk="0" h="70485" w="22860">
                <a:moveTo>
                  <a:pt x="17824" y="10541"/>
                </a:moveTo>
                <a:lnTo>
                  <a:pt x="17652" y="10541"/>
                </a:lnTo>
                <a:lnTo>
                  <a:pt x="17896" y="11149"/>
                </a:lnTo>
                <a:lnTo>
                  <a:pt x="17824" y="10541"/>
                </a:lnTo>
                <a:close/>
              </a:path>
              <a:path extrusionOk="0" h="70485" w="22860">
                <a:moveTo>
                  <a:pt x="5206" y="10160"/>
                </a:moveTo>
                <a:lnTo>
                  <a:pt x="5147" y="10668"/>
                </a:lnTo>
                <a:lnTo>
                  <a:pt x="5206" y="10160"/>
                </a:lnTo>
                <a:close/>
              </a:path>
              <a:path extrusionOk="0" h="70485" w="22860">
                <a:moveTo>
                  <a:pt x="17874" y="10160"/>
                </a:moveTo>
                <a:lnTo>
                  <a:pt x="17906" y="10668"/>
                </a:lnTo>
                <a:lnTo>
                  <a:pt x="17874" y="10160"/>
                </a:lnTo>
                <a:close/>
              </a:path>
              <a:path extrusionOk="0" h="70485" w="22860">
                <a:moveTo>
                  <a:pt x="5461" y="6731"/>
                </a:moveTo>
                <a:lnTo>
                  <a:pt x="5328" y="8786"/>
                </a:lnTo>
                <a:lnTo>
                  <a:pt x="6476" y="10414"/>
                </a:lnTo>
                <a:lnTo>
                  <a:pt x="5461" y="6731"/>
                </a:lnTo>
                <a:close/>
              </a:path>
              <a:path extrusionOk="0" h="70485" w="22860">
                <a:moveTo>
                  <a:pt x="6451" y="6731"/>
                </a:moveTo>
                <a:lnTo>
                  <a:pt x="5461" y="6731"/>
                </a:lnTo>
                <a:lnTo>
                  <a:pt x="6476" y="10414"/>
                </a:lnTo>
                <a:lnTo>
                  <a:pt x="17809" y="10414"/>
                </a:lnTo>
                <a:lnTo>
                  <a:pt x="17874" y="10160"/>
                </a:lnTo>
                <a:lnTo>
                  <a:pt x="17784" y="8763"/>
                </a:lnTo>
                <a:lnTo>
                  <a:pt x="7874" y="8763"/>
                </a:lnTo>
                <a:lnTo>
                  <a:pt x="6567" y="7747"/>
                </a:lnTo>
                <a:lnTo>
                  <a:pt x="5968" y="7747"/>
                </a:lnTo>
                <a:lnTo>
                  <a:pt x="5587" y="6985"/>
                </a:lnTo>
                <a:lnTo>
                  <a:pt x="7030" y="6985"/>
                </a:lnTo>
                <a:lnTo>
                  <a:pt x="6451" y="6731"/>
                </a:lnTo>
                <a:close/>
              </a:path>
              <a:path extrusionOk="0" h="70485" w="22860">
                <a:moveTo>
                  <a:pt x="3555" y="5461"/>
                </a:moveTo>
                <a:lnTo>
                  <a:pt x="4571" y="7620"/>
                </a:lnTo>
                <a:lnTo>
                  <a:pt x="4952" y="8255"/>
                </a:lnTo>
                <a:lnTo>
                  <a:pt x="5328" y="8786"/>
                </a:lnTo>
                <a:lnTo>
                  <a:pt x="5461" y="6731"/>
                </a:lnTo>
                <a:lnTo>
                  <a:pt x="6451" y="6731"/>
                </a:lnTo>
                <a:lnTo>
                  <a:pt x="3555" y="5461"/>
                </a:lnTo>
                <a:close/>
              </a:path>
              <a:path extrusionOk="0" h="70485" w="22860">
                <a:moveTo>
                  <a:pt x="8671" y="7704"/>
                </a:moveTo>
                <a:lnTo>
                  <a:pt x="7874" y="8763"/>
                </a:lnTo>
                <a:lnTo>
                  <a:pt x="10159" y="8763"/>
                </a:lnTo>
                <a:lnTo>
                  <a:pt x="10493" y="8503"/>
                </a:lnTo>
                <a:lnTo>
                  <a:pt x="8671" y="7704"/>
                </a:lnTo>
                <a:close/>
              </a:path>
              <a:path extrusionOk="0" h="70485" w="22860">
                <a:moveTo>
                  <a:pt x="10493" y="8503"/>
                </a:moveTo>
                <a:lnTo>
                  <a:pt x="10159" y="8763"/>
                </a:lnTo>
                <a:lnTo>
                  <a:pt x="10794" y="8636"/>
                </a:lnTo>
                <a:lnTo>
                  <a:pt x="10493" y="8503"/>
                </a:lnTo>
                <a:close/>
              </a:path>
              <a:path extrusionOk="0" h="70485" w="22860">
                <a:moveTo>
                  <a:pt x="12445" y="6985"/>
                </a:moveTo>
                <a:lnTo>
                  <a:pt x="10493" y="8503"/>
                </a:lnTo>
                <a:lnTo>
                  <a:pt x="10794" y="8636"/>
                </a:lnTo>
                <a:lnTo>
                  <a:pt x="10159" y="8763"/>
                </a:lnTo>
                <a:lnTo>
                  <a:pt x="17784" y="8763"/>
                </a:lnTo>
                <a:lnTo>
                  <a:pt x="17718" y="7747"/>
                </a:lnTo>
                <a:lnTo>
                  <a:pt x="11937" y="7747"/>
                </a:lnTo>
                <a:lnTo>
                  <a:pt x="12445" y="6985"/>
                </a:lnTo>
                <a:close/>
              </a:path>
              <a:path extrusionOk="0" h="70485" w="22860">
                <a:moveTo>
                  <a:pt x="5587" y="6985"/>
                </a:moveTo>
                <a:lnTo>
                  <a:pt x="5968" y="7747"/>
                </a:lnTo>
                <a:lnTo>
                  <a:pt x="6567" y="7747"/>
                </a:lnTo>
                <a:lnTo>
                  <a:pt x="5587" y="6985"/>
                </a:lnTo>
                <a:close/>
              </a:path>
              <a:path extrusionOk="0" h="70485" w="22860">
                <a:moveTo>
                  <a:pt x="7030" y="6985"/>
                </a:moveTo>
                <a:lnTo>
                  <a:pt x="5587" y="6985"/>
                </a:lnTo>
                <a:lnTo>
                  <a:pt x="6567" y="7747"/>
                </a:lnTo>
                <a:lnTo>
                  <a:pt x="8639" y="7747"/>
                </a:lnTo>
                <a:lnTo>
                  <a:pt x="7030" y="6985"/>
                </a:lnTo>
                <a:close/>
              </a:path>
              <a:path extrusionOk="0" h="70485" w="22860">
                <a:moveTo>
                  <a:pt x="14477" y="0"/>
                </a:moveTo>
                <a:lnTo>
                  <a:pt x="8735" y="7620"/>
                </a:lnTo>
                <a:lnTo>
                  <a:pt x="8768" y="7747"/>
                </a:lnTo>
                <a:lnTo>
                  <a:pt x="11466" y="7747"/>
                </a:lnTo>
                <a:lnTo>
                  <a:pt x="12445" y="6985"/>
                </a:lnTo>
                <a:lnTo>
                  <a:pt x="17669" y="6985"/>
                </a:lnTo>
                <a:lnTo>
                  <a:pt x="17652" y="6731"/>
                </a:lnTo>
                <a:lnTo>
                  <a:pt x="16637" y="3683"/>
                </a:lnTo>
                <a:lnTo>
                  <a:pt x="15561" y="2159"/>
                </a:lnTo>
                <a:lnTo>
                  <a:pt x="15112" y="1524"/>
                </a:lnTo>
                <a:lnTo>
                  <a:pt x="14477" y="0"/>
                </a:lnTo>
                <a:close/>
              </a:path>
              <a:path extrusionOk="0" h="70485" w="22860">
                <a:moveTo>
                  <a:pt x="17669" y="6985"/>
                </a:moveTo>
                <a:lnTo>
                  <a:pt x="12445" y="6985"/>
                </a:lnTo>
                <a:lnTo>
                  <a:pt x="11937" y="7747"/>
                </a:lnTo>
                <a:lnTo>
                  <a:pt x="17718" y="7747"/>
                </a:lnTo>
                <a:lnTo>
                  <a:pt x="17669" y="6985"/>
                </a:lnTo>
                <a:close/>
              </a:path>
              <a:path extrusionOk="0" h="70485" w="22860">
                <a:moveTo>
                  <a:pt x="15112" y="1524"/>
                </a:moveTo>
                <a:lnTo>
                  <a:pt x="15493" y="2159"/>
                </a:lnTo>
                <a:lnTo>
                  <a:pt x="15359" y="1873"/>
                </a:lnTo>
                <a:lnTo>
                  <a:pt x="15112" y="1524"/>
                </a:lnTo>
                <a:close/>
              </a:path>
              <a:path extrusionOk="0" h="70485" w="22860">
                <a:moveTo>
                  <a:pt x="15359" y="1873"/>
                </a:moveTo>
                <a:lnTo>
                  <a:pt x="15493" y="2159"/>
                </a:lnTo>
                <a:lnTo>
                  <a:pt x="15359" y="1873"/>
                </a:lnTo>
                <a:close/>
              </a:path>
              <a:path extrusionOk="0" h="70485" w="22860">
                <a:moveTo>
                  <a:pt x="15195" y="1524"/>
                </a:moveTo>
                <a:lnTo>
                  <a:pt x="15359" y="1873"/>
                </a:lnTo>
                <a:lnTo>
                  <a:pt x="15195" y="15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9647300" y="3733800"/>
            <a:ext cx="655321" cy="14566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/>
          <p:nvPr/>
        </p:nvSpPr>
        <p:spPr>
          <a:xfrm>
            <a:off x="987233" y="1447800"/>
            <a:ext cx="10213340" cy="42646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720" l="-1968" r="-2626" t="-28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7" name="Google Shape;337;p18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157" y="56266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1666" y="5788914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64357" y="5990082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6757" y="6142482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1084" y="5614415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5884" y="5550408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19"/>
          <p:cNvGrpSpPr/>
          <p:nvPr/>
        </p:nvGrpSpPr>
        <p:grpSpPr>
          <a:xfrm>
            <a:off x="2361056" y="4991481"/>
            <a:ext cx="155448" cy="193548"/>
            <a:chOff x="2361056" y="4991481"/>
            <a:chExt cx="155448" cy="193548"/>
          </a:xfrm>
        </p:grpSpPr>
        <p:sp>
          <p:nvSpPr>
            <p:cNvPr id="352" name="Google Shape;352;p19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6" name="Google Shape;35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0433" y="6273546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69157" y="6294882"/>
            <a:ext cx="101345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1558" y="6447282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4857" y="5784341"/>
            <a:ext cx="101346" cy="10134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9"/>
          <p:cNvSpPr txBox="1"/>
          <p:nvPr/>
        </p:nvSpPr>
        <p:spPr>
          <a:xfrm>
            <a:off x="662940" y="1967740"/>
            <a:ext cx="10714990" cy="237571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7435" l="-142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62" name="Google Shape;36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3508" y="6448805"/>
            <a:ext cx="101346" cy="1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369" name="Google Shape;3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1084" y="5614415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5884" y="5550408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20"/>
          <p:cNvGrpSpPr/>
          <p:nvPr/>
        </p:nvGrpSpPr>
        <p:grpSpPr>
          <a:xfrm>
            <a:off x="2348483" y="4978908"/>
            <a:ext cx="180594" cy="218694"/>
            <a:chOff x="2348483" y="4978908"/>
            <a:chExt cx="180594" cy="218694"/>
          </a:xfrm>
        </p:grpSpPr>
        <p:pic>
          <p:nvPicPr>
            <p:cNvPr id="372" name="Google Shape;372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7731" y="5096256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48483" y="4978908"/>
              <a:ext cx="180594" cy="21869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4" name="Google Shape;3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4683" y="5588508"/>
            <a:ext cx="1563116" cy="96164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0"/>
          <p:cNvSpPr txBox="1"/>
          <p:nvPr/>
        </p:nvSpPr>
        <p:spPr>
          <a:xfrm>
            <a:off x="662940" y="1967740"/>
            <a:ext cx="10715625" cy="214853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8522" l="-1705" r="-2502" t="-2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77" name="Google Shape;37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0"/>
          <p:cNvSpPr/>
          <p:nvPr/>
        </p:nvSpPr>
        <p:spPr>
          <a:xfrm>
            <a:off x="3339084" y="5867400"/>
            <a:ext cx="863346" cy="3844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384" name="Google Shape;3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1084" y="5614415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5" name="Google Shape;385;p21"/>
          <p:cNvGrpSpPr/>
          <p:nvPr/>
        </p:nvGrpSpPr>
        <p:grpSpPr>
          <a:xfrm>
            <a:off x="2348483" y="4978908"/>
            <a:ext cx="180594" cy="218694"/>
            <a:chOff x="2348483" y="4978908"/>
            <a:chExt cx="180594" cy="218694"/>
          </a:xfrm>
        </p:grpSpPr>
        <p:pic>
          <p:nvPicPr>
            <p:cNvPr id="386" name="Google Shape;38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27731" y="5096256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48483" y="4978908"/>
              <a:ext cx="180594" cy="21869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8" name="Google Shape;3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1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390" name="Google Shape;390;p21"/>
          <p:cNvGrpSpPr/>
          <p:nvPr/>
        </p:nvGrpSpPr>
        <p:grpSpPr>
          <a:xfrm>
            <a:off x="2424683" y="5588508"/>
            <a:ext cx="1397884" cy="961643"/>
            <a:chOff x="2424683" y="5588508"/>
            <a:chExt cx="1397884" cy="961643"/>
          </a:xfrm>
        </p:grpSpPr>
        <p:pic>
          <p:nvPicPr>
            <p:cNvPr id="391" name="Google Shape;391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4683" y="5588508"/>
              <a:ext cx="1397884" cy="9601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683508" y="6448806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3" name="Google Shape;39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1"/>
          <p:cNvSpPr/>
          <p:nvPr/>
        </p:nvSpPr>
        <p:spPr>
          <a:xfrm>
            <a:off x="3339084" y="5715760"/>
            <a:ext cx="483483" cy="5360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400" name="Google Shape;4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2" name="Google Shape;402;p22"/>
          <p:cNvGrpSpPr/>
          <p:nvPr/>
        </p:nvGrpSpPr>
        <p:grpSpPr>
          <a:xfrm>
            <a:off x="2661666" y="5550408"/>
            <a:ext cx="2486533" cy="1074419"/>
            <a:chOff x="2661666" y="5550408"/>
            <a:chExt cx="2486533" cy="1074419"/>
          </a:xfrm>
        </p:grpSpPr>
        <p:pic>
          <p:nvPicPr>
            <p:cNvPr id="403" name="Google Shape;40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01083" y="5614416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05883" y="55504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61666" y="5626608"/>
              <a:ext cx="2486533" cy="9982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6" name="Google Shape;406;p22"/>
          <p:cNvGrpSpPr/>
          <p:nvPr/>
        </p:nvGrpSpPr>
        <p:grpSpPr>
          <a:xfrm>
            <a:off x="2361056" y="4991481"/>
            <a:ext cx="155448" cy="193548"/>
            <a:chOff x="2361056" y="4991481"/>
            <a:chExt cx="155448" cy="193548"/>
          </a:xfrm>
        </p:grpSpPr>
        <p:sp>
          <p:nvSpPr>
            <p:cNvPr id="407" name="Google Shape;407;p22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3" name="Google Shape;41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2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15" name="Google Shape;41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3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421" name="Google Shape;4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23"/>
          <p:cNvGrpSpPr/>
          <p:nvPr/>
        </p:nvGrpSpPr>
        <p:grpSpPr>
          <a:xfrm>
            <a:off x="2661666" y="5626608"/>
            <a:ext cx="795528" cy="986028"/>
            <a:chOff x="2661666" y="5626608"/>
            <a:chExt cx="795528" cy="986028"/>
          </a:xfrm>
        </p:grpSpPr>
        <p:pic>
          <p:nvPicPr>
            <p:cNvPr id="423" name="Google Shape;42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88158" y="56266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61666" y="5788914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64358" y="5990082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10434" y="6273546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69158" y="6294882"/>
              <a:ext cx="101345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21558" y="6447282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54858" y="5784342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23"/>
            <p:cNvSpPr/>
            <p:nvPr/>
          </p:nvSpPr>
          <p:spPr>
            <a:xfrm>
              <a:off x="2674239" y="5715381"/>
              <a:ext cx="782955" cy="897255"/>
            </a:xfrm>
            <a:custGeom>
              <a:rect b="b" l="l" r="r" t="t"/>
              <a:pathLst>
                <a:path extrusionOk="0" h="897254" w="782954">
                  <a:moveTo>
                    <a:pt x="0" y="448437"/>
                  </a:moveTo>
                  <a:lnTo>
                    <a:pt x="2631" y="396140"/>
                  </a:lnTo>
                  <a:lnTo>
                    <a:pt x="10331" y="345615"/>
                  </a:lnTo>
                  <a:lnTo>
                    <a:pt x="22805" y="297198"/>
                  </a:lnTo>
                  <a:lnTo>
                    <a:pt x="39761" y="251226"/>
                  </a:lnTo>
                  <a:lnTo>
                    <a:pt x="60905" y="208036"/>
                  </a:lnTo>
                  <a:lnTo>
                    <a:pt x="85944" y="167963"/>
                  </a:lnTo>
                  <a:lnTo>
                    <a:pt x="114585" y="131344"/>
                  </a:lnTo>
                  <a:lnTo>
                    <a:pt x="146535" y="98517"/>
                  </a:lnTo>
                  <a:lnTo>
                    <a:pt x="181499" y="69816"/>
                  </a:lnTo>
                  <a:lnTo>
                    <a:pt x="219186" y="45580"/>
                  </a:lnTo>
                  <a:lnTo>
                    <a:pt x="259301" y="26143"/>
                  </a:lnTo>
                  <a:lnTo>
                    <a:pt x="301552" y="11843"/>
                  </a:lnTo>
                  <a:lnTo>
                    <a:pt x="345645" y="3016"/>
                  </a:lnTo>
                  <a:lnTo>
                    <a:pt x="391287" y="0"/>
                  </a:lnTo>
                  <a:lnTo>
                    <a:pt x="436928" y="3016"/>
                  </a:lnTo>
                  <a:lnTo>
                    <a:pt x="481021" y="11843"/>
                  </a:lnTo>
                  <a:lnTo>
                    <a:pt x="523272" y="26143"/>
                  </a:lnTo>
                  <a:lnTo>
                    <a:pt x="563387" y="45580"/>
                  </a:lnTo>
                  <a:lnTo>
                    <a:pt x="601074" y="69816"/>
                  </a:lnTo>
                  <a:lnTo>
                    <a:pt x="636038" y="98517"/>
                  </a:lnTo>
                  <a:lnTo>
                    <a:pt x="667988" y="131344"/>
                  </a:lnTo>
                  <a:lnTo>
                    <a:pt x="696629" y="167963"/>
                  </a:lnTo>
                  <a:lnTo>
                    <a:pt x="721668" y="208036"/>
                  </a:lnTo>
                  <a:lnTo>
                    <a:pt x="742812" y="251226"/>
                  </a:lnTo>
                  <a:lnTo>
                    <a:pt x="759768" y="297198"/>
                  </a:lnTo>
                  <a:lnTo>
                    <a:pt x="772242" y="345615"/>
                  </a:lnTo>
                  <a:lnTo>
                    <a:pt x="779942" y="396140"/>
                  </a:lnTo>
                  <a:lnTo>
                    <a:pt x="782574" y="448437"/>
                  </a:lnTo>
                  <a:lnTo>
                    <a:pt x="779942" y="500733"/>
                  </a:lnTo>
                  <a:lnTo>
                    <a:pt x="772242" y="551258"/>
                  </a:lnTo>
                  <a:lnTo>
                    <a:pt x="759768" y="599675"/>
                  </a:lnTo>
                  <a:lnTo>
                    <a:pt x="742812" y="645647"/>
                  </a:lnTo>
                  <a:lnTo>
                    <a:pt x="721668" y="688837"/>
                  </a:lnTo>
                  <a:lnTo>
                    <a:pt x="696629" y="728910"/>
                  </a:lnTo>
                  <a:lnTo>
                    <a:pt x="667988" y="765529"/>
                  </a:lnTo>
                  <a:lnTo>
                    <a:pt x="636038" y="798356"/>
                  </a:lnTo>
                  <a:lnTo>
                    <a:pt x="601074" y="827057"/>
                  </a:lnTo>
                  <a:lnTo>
                    <a:pt x="563387" y="851293"/>
                  </a:lnTo>
                  <a:lnTo>
                    <a:pt x="523272" y="870730"/>
                  </a:lnTo>
                  <a:lnTo>
                    <a:pt x="481021" y="885030"/>
                  </a:lnTo>
                  <a:lnTo>
                    <a:pt x="436928" y="893857"/>
                  </a:lnTo>
                  <a:lnTo>
                    <a:pt x="391287" y="896874"/>
                  </a:lnTo>
                  <a:lnTo>
                    <a:pt x="345645" y="893857"/>
                  </a:lnTo>
                  <a:lnTo>
                    <a:pt x="301552" y="885030"/>
                  </a:lnTo>
                  <a:lnTo>
                    <a:pt x="259301" y="870730"/>
                  </a:lnTo>
                  <a:lnTo>
                    <a:pt x="219186" y="851293"/>
                  </a:lnTo>
                  <a:lnTo>
                    <a:pt x="181499" y="827057"/>
                  </a:lnTo>
                  <a:lnTo>
                    <a:pt x="146535" y="798356"/>
                  </a:lnTo>
                  <a:lnTo>
                    <a:pt x="114585" y="765529"/>
                  </a:lnTo>
                  <a:lnTo>
                    <a:pt x="85944" y="728910"/>
                  </a:lnTo>
                  <a:lnTo>
                    <a:pt x="60905" y="688837"/>
                  </a:lnTo>
                  <a:lnTo>
                    <a:pt x="39761" y="645647"/>
                  </a:lnTo>
                  <a:lnTo>
                    <a:pt x="22805" y="599675"/>
                  </a:lnTo>
                  <a:lnTo>
                    <a:pt x="10331" y="551258"/>
                  </a:lnTo>
                  <a:lnTo>
                    <a:pt x="2631" y="500733"/>
                  </a:lnTo>
                  <a:lnTo>
                    <a:pt x="0" y="448437"/>
                  </a:lnTo>
                  <a:close/>
                </a:path>
              </a:pathLst>
            </a:custGeom>
            <a:noFill/>
            <a:ln cap="flat" cmpd="sng" w="25125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1" name="Google Shape;431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16758" y="6142482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2" name="Google Shape;43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01084" y="5614415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05884" y="5550408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" name="Google Shape;435;p23"/>
          <p:cNvGrpSpPr/>
          <p:nvPr/>
        </p:nvGrpSpPr>
        <p:grpSpPr>
          <a:xfrm>
            <a:off x="2361056" y="4991481"/>
            <a:ext cx="155448" cy="193548"/>
            <a:chOff x="2361056" y="4991481"/>
            <a:chExt cx="155448" cy="193548"/>
          </a:xfrm>
        </p:grpSpPr>
        <p:sp>
          <p:nvSpPr>
            <p:cNvPr id="436" name="Google Shape;436;p23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2" name="Google Shape;442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3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44" name="Google Shape;444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83508" y="6448805"/>
            <a:ext cx="101346" cy="1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451" name="Google Shape;4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4"/>
          <p:cNvGrpSpPr/>
          <p:nvPr/>
        </p:nvGrpSpPr>
        <p:grpSpPr>
          <a:xfrm>
            <a:off x="2661666" y="5550408"/>
            <a:ext cx="2108835" cy="1264920"/>
            <a:chOff x="2661666" y="5550408"/>
            <a:chExt cx="2108835" cy="1264920"/>
          </a:xfrm>
        </p:grpSpPr>
        <p:pic>
          <p:nvPicPr>
            <p:cNvPr id="454" name="Google Shape;45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01083" y="5614416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05883" y="55504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61666" y="5626608"/>
              <a:ext cx="2108835" cy="11887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7" name="Google Shape;457;p24"/>
          <p:cNvGrpSpPr/>
          <p:nvPr/>
        </p:nvGrpSpPr>
        <p:grpSpPr>
          <a:xfrm>
            <a:off x="2361056" y="4991481"/>
            <a:ext cx="155448" cy="193548"/>
            <a:chOff x="2361056" y="4991481"/>
            <a:chExt cx="155448" cy="193548"/>
          </a:xfrm>
        </p:grpSpPr>
        <p:sp>
          <p:nvSpPr>
            <p:cNvPr id="458" name="Google Shape;458;p24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4" name="Google Shape;4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4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66" name="Google Shape;46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472" name="Google Shape;4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157" y="56266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1666" y="5788914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01084" y="5614415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05884" y="5550408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p25"/>
          <p:cNvGrpSpPr/>
          <p:nvPr/>
        </p:nvGrpSpPr>
        <p:grpSpPr>
          <a:xfrm>
            <a:off x="2361056" y="4991481"/>
            <a:ext cx="155448" cy="193548"/>
            <a:chOff x="2361056" y="4991481"/>
            <a:chExt cx="155448" cy="193548"/>
          </a:xfrm>
        </p:grpSpPr>
        <p:sp>
          <p:nvSpPr>
            <p:cNvPr id="479" name="Google Shape;479;p25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25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5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5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85" name="Google Shape;48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10433" y="6273546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54857" y="5784341"/>
            <a:ext cx="101346" cy="10134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5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89" name="Google Shape;489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64357" y="5990082"/>
            <a:ext cx="1822195" cy="880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grpSp>
        <p:nvGrpSpPr>
          <p:cNvPr id="496" name="Google Shape;496;p26"/>
          <p:cNvGrpSpPr/>
          <p:nvPr/>
        </p:nvGrpSpPr>
        <p:grpSpPr>
          <a:xfrm>
            <a:off x="2171700" y="4978908"/>
            <a:ext cx="3017519" cy="1753235"/>
            <a:chOff x="2171700" y="4978908"/>
            <a:chExt cx="3017519" cy="1753235"/>
          </a:xfrm>
        </p:grpSpPr>
        <p:pic>
          <p:nvPicPr>
            <p:cNvPr id="497" name="Google Shape;49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4684" y="58552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88158" y="56266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61666" y="5788914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62784" y="6187440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64358" y="5990082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016758" y="6142482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10433" y="6273546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054858" y="5784342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p26"/>
            <p:cNvSpPr/>
            <p:nvPr/>
          </p:nvSpPr>
          <p:spPr>
            <a:xfrm>
              <a:off x="2320670" y="5341239"/>
              <a:ext cx="782955" cy="897255"/>
            </a:xfrm>
            <a:custGeom>
              <a:rect b="b" l="l" r="r" t="t"/>
              <a:pathLst>
                <a:path extrusionOk="0" h="897254" w="782955">
                  <a:moveTo>
                    <a:pt x="0" y="448437"/>
                  </a:moveTo>
                  <a:lnTo>
                    <a:pt x="2631" y="396142"/>
                  </a:lnTo>
                  <a:lnTo>
                    <a:pt x="10331" y="345619"/>
                  </a:lnTo>
                  <a:lnTo>
                    <a:pt x="22805" y="297203"/>
                  </a:lnTo>
                  <a:lnTo>
                    <a:pt x="39761" y="251232"/>
                  </a:lnTo>
                  <a:lnTo>
                    <a:pt x="60905" y="208041"/>
                  </a:lnTo>
                  <a:lnTo>
                    <a:pt x="85944" y="167968"/>
                  </a:lnTo>
                  <a:lnTo>
                    <a:pt x="114585" y="131349"/>
                  </a:lnTo>
                  <a:lnTo>
                    <a:pt x="146535" y="98521"/>
                  </a:lnTo>
                  <a:lnTo>
                    <a:pt x="181499" y="69819"/>
                  </a:lnTo>
                  <a:lnTo>
                    <a:pt x="219186" y="45582"/>
                  </a:lnTo>
                  <a:lnTo>
                    <a:pt x="259301" y="26144"/>
                  </a:lnTo>
                  <a:lnTo>
                    <a:pt x="301552" y="11844"/>
                  </a:lnTo>
                  <a:lnTo>
                    <a:pt x="345645" y="3017"/>
                  </a:lnTo>
                  <a:lnTo>
                    <a:pt x="391287" y="0"/>
                  </a:lnTo>
                  <a:lnTo>
                    <a:pt x="436928" y="3017"/>
                  </a:lnTo>
                  <a:lnTo>
                    <a:pt x="481021" y="11844"/>
                  </a:lnTo>
                  <a:lnTo>
                    <a:pt x="523272" y="26144"/>
                  </a:lnTo>
                  <a:lnTo>
                    <a:pt x="563387" y="45582"/>
                  </a:lnTo>
                  <a:lnTo>
                    <a:pt x="601074" y="69819"/>
                  </a:lnTo>
                  <a:lnTo>
                    <a:pt x="636038" y="98521"/>
                  </a:lnTo>
                  <a:lnTo>
                    <a:pt x="667988" y="131349"/>
                  </a:lnTo>
                  <a:lnTo>
                    <a:pt x="696629" y="167968"/>
                  </a:lnTo>
                  <a:lnTo>
                    <a:pt x="721668" y="208041"/>
                  </a:lnTo>
                  <a:lnTo>
                    <a:pt x="742812" y="251232"/>
                  </a:lnTo>
                  <a:lnTo>
                    <a:pt x="759768" y="297203"/>
                  </a:lnTo>
                  <a:lnTo>
                    <a:pt x="772242" y="345619"/>
                  </a:lnTo>
                  <a:lnTo>
                    <a:pt x="779942" y="396142"/>
                  </a:lnTo>
                  <a:lnTo>
                    <a:pt x="782574" y="448437"/>
                  </a:lnTo>
                  <a:lnTo>
                    <a:pt x="779942" y="500733"/>
                  </a:lnTo>
                  <a:lnTo>
                    <a:pt x="772242" y="551258"/>
                  </a:lnTo>
                  <a:lnTo>
                    <a:pt x="759768" y="599675"/>
                  </a:lnTo>
                  <a:lnTo>
                    <a:pt x="742812" y="645647"/>
                  </a:lnTo>
                  <a:lnTo>
                    <a:pt x="721668" y="688837"/>
                  </a:lnTo>
                  <a:lnTo>
                    <a:pt x="696629" y="728910"/>
                  </a:lnTo>
                  <a:lnTo>
                    <a:pt x="667988" y="765529"/>
                  </a:lnTo>
                  <a:lnTo>
                    <a:pt x="636038" y="798356"/>
                  </a:lnTo>
                  <a:lnTo>
                    <a:pt x="601074" y="827057"/>
                  </a:lnTo>
                  <a:lnTo>
                    <a:pt x="563387" y="851293"/>
                  </a:lnTo>
                  <a:lnTo>
                    <a:pt x="523272" y="870730"/>
                  </a:lnTo>
                  <a:lnTo>
                    <a:pt x="481021" y="885030"/>
                  </a:lnTo>
                  <a:lnTo>
                    <a:pt x="436928" y="893857"/>
                  </a:lnTo>
                  <a:lnTo>
                    <a:pt x="391287" y="896874"/>
                  </a:lnTo>
                  <a:lnTo>
                    <a:pt x="345645" y="893857"/>
                  </a:lnTo>
                  <a:lnTo>
                    <a:pt x="301552" y="885030"/>
                  </a:lnTo>
                  <a:lnTo>
                    <a:pt x="259301" y="870730"/>
                  </a:lnTo>
                  <a:lnTo>
                    <a:pt x="219186" y="851293"/>
                  </a:lnTo>
                  <a:lnTo>
                    <a:pt x="181499" y="827057"/>
                  </a:lnTo>
                  <a:lnTo>
                    <a:pt x="146535" y="798356"/>
                  </a:lnTo>
                  <a:lnTo>
                    <a:pt x="114585" y="765529"/>
                  </a:lnTo>
                  <a:lnTo>
                    <a:pt x="85944" y="728910"/>
                  </a:lnTo>
                  <a:lnTo>
                    <a:pt x="60905" y="688837"/>
                  </a:lnTo>
                  <a:lnTo>
                    <a:pt x="39761" y="645647"/>
                  </a:lnTo>
                  <a:lnTo>
                    <a:pt x="22805" y="599675"/>
                  </a:lnTo>
                  <a:lnTo>
                    <a:pt x="10331" y="551258"/>
                  </a:lnTo>
                  <a:lnTo>
                    <a:pt x="2631" y="500733"/>
                  </a:lnTo>
                  <a:lnTo>
                    <a:pt x="0" y="448437"/>
                  </a:lnTo>
                  <a:close/>
                </a:path>
              </a:pathLst>
            </a:custGeom>
            <a:noFill/>
            <a:ln cap="flat" cmpd="sng" w="25125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6" name="Google Shape;506;p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27731" y="5096256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26"/>
            <p:cNvSpPr/>
            <p:nvPr/>
          </p:nvSpPr>
          <p:spPr>
            <a:xfrm>
              <a:off x="2377820" y="5251323"/>
              <a:ext cx="1137285" cy="1480820"/>
            </a:xfrm>
            <a:custGeom>
              <a:rect b="b" l="l" r="r" t="t"/>
              <a:pathLst>
                <a:path extrusionOk="0" h="1480820" w="1137285">
                  <a:moveTo>
                    <a:pt x="57150" y="448436"/>
                  </a:moveTo>
                  <a:lnTo>
                    <a:pt x="59781" y="396142"/>
                  </a:lnTo>
                  <a:lnTo>
                    <a:pt x="67481" y="345619"/>
                  </a:lnTo>
                  <a:lnTo>
                    <a:pt x="79955" y="297203"/>
                  </a:lnTo>
                  <a:lnTo>
                    <a:pt x="96911" y="251232"/>
                  </a:lnTo>
                  <a:lnTo>
                    <a:pt x="118055" y="208041"/>
                  </a:lnTo>
                  <a:lnTo>
                    <a:pt x="143094" y="167968"/>
                  </a:lnTo>
                  <a:lnTo>
                    <a:pt x="171735" y="131349"/>
                  </a:lnTo>
                  <a:lnTo>
                    <a:pt x="203685" y="98521"/>
                  </a:lnTo>
                  <a:lnTo>
                    <a:pt x="238649" y="69819"/>
                  </a:lnTo>
                  <a:lnTo>
                    <a:pt x="276336" y="45582"/>
                  </a:lnTo>
                  <a:lnTo>
                    <a:pt x="316451" y="26144"/>
                  </a:lnTo>
                  <a:lnTo>
                    <a:pt x="358702" y="11844"/>
                  </a:lnTo>
                  <a:lnTo>
                    <a:pt x="402795" y="3017"/>
                  </a:lnTo>
                  <a:lnTo>
                    <a:pt x="448437" y="0"/>
                  </a:lnTo>
                  <a:lnTo>
                    <a:pt x="494078" y="3017"/>
                  </a:lnTo>
                  <a:lnTo>
                    <a:pt x="538171" y="11844"/>
                  </a:lnTo>
                  <a:lnTo>
                    <a:pt x="580422" y="26144"/>
                  </a:lnTo>
                  <a:lnTo>
                    <a:pt x="620537" y="45582"/>
                  </a:lnTo>
                  <a:lnTo>
                    <a:pt x="658224" y="69819"/>
                  </a:lnTo>
                  <a:lnTo>
                    <a:pt x="693188" y="98521"/>
                  </a:lnTo>
                  <a:lnTo>
                    <a:pt x="725138" y="131349"/>
                  </a:lnTo>
                  <a:lnTo>
                    <a:pt x="753779" y="167968"/>
                  </a:lnTo>
                  <a:lnTo>
                    <a:pt x="778818" y="208041"/>
                  </a:lnTo>
                  <a:lnTo>
                    <a:pt x="799962" y="251232"/>
                  </a:lnTo>
                  <a:lnTo>
                    <a:pt x="816918" y="297203"/>
                  </a:lnTo>
                  <a:lnTo>
                    <a:pt x="829392" y="345619"/>
                  </a:lnTo>
                  <a:lnTo>
                    <a:pt x="837092" y="396142"/>
                  </a:lnTo>
                  <a:lnTo>
                    <a:pt x="839724" y="448436"/>
                  </a:lnTo>
                  <a:lnTo>
                    <a:pt x="837092" y="500733"/>
                  </a:lnTo>
                  <a:lnTo>
                    <a:pt x="829392" y="551258"/>
                  </a:lnTo>
                  <a:lnTo>
                    <a:pt x="816918" y="599675"/>
                  </a:lnTo>
                  <a:lnTo>
                    <a:pt x="799962" y="645647"/>
                  </a:lnTo>
                  <a:lnTo>
                    <a:pt x="778818" y="688837"/>
                  </a:lnTo>
                  <a:lnTo>
                    <a:pt x="753779" y="728910"/>
                  </a:lnTo>
                  <a:lnTo>
                    <a:pt x="725138" y="765529"/>
                  </a:lnTo>
                  <a:lnTo>
                    <a:pt x="693188" y="798356"/>
                  </a:lnTo>
                  <a:lnTo>
                    <a:pt x="658224" y="827057"/>
                  </a:lnTo>
                  <a:lnTo>
                    <a:pt x="620537" y="851293"/>
                  </a:lnTo>
                  <a:lnTo>
                    <a:pt x="580422" y="870730"/>
                  </a:lnTo>
                  <a:lnTo>
                    <a:pt x="538171" y="885030"/>
                  </a:lnTo>
                  <a:lnTo>
                    <a:pt x="494078" y="893857"/>
                  </a:lnTo>
                  <a:lnTo>
                    <a:pt x="448437" y="896873"/>
                  </a:lnTo>
                  <a:lnTo>
                    <a:pt x="402795" y="893857"/>
                  </a:lnTo>
                  <a:lnTo>
                    <a:pt x="358702" y="885030"/>
                  </a:lnTo>
                  <a:lnTo>
                    <a:pt x="316451" y="870730"/>
                  </a:lnTo>
                  <a:lnTo>
                    <a:pt x="276336" y="851293"/>
                  </a:lnTo>
                  <a:lnTo>
                    <a:pt x="238649" y="827057"/>
                  </a:lnTo>
                  <a:lnTo>
                    <a:pt x="203685" y="798356"/>
                  </a:lnTo>
                  <a:lnTo>
                    <a:pt x="171735" y="765529"/>
                  </a:lnTo>
                  <a:lnTo>
                    <a:pt x="143094" y="728910"/>
                  </a:lnTo>
                  <a:lnTo>
                    <a:pt x="118055" y="688837"/>
                  </a:lnTo>
                  <a:lnTo>
                    <a:pt x="96911" y="645647"/>
                  </a:lnTo>
                  <a:lnTo>
                    <a:pt x="79955" y="599675"/>
                  </a:lnTo>
                  <a:lnTo>
                    <a:pt x="67481" y="551258"/>
                  </a:lnTo>
                  <a:lnTo>
                    <a:pt x="59781" y="500733"/>
                  </a:lnTo>
                  <a:lnTo>
                    <a:pt x="57150" y="448436"/>
                  </a:lnTo>
                  <a:close/>
                </a:path>
                <a:path extrusionOk="0" h="1480820" w="1137285">
                  <a:moveTo>
                    <a:pt x="354330" y="541401"/>
                  </a:moveTo>
                  <a:lnTo>
                    <a:pt x="356961" y="489106"/>
                  </a:lnTo>
                  <a:lnTo>
                    <a:pt x="364661" y="438583"/>
                  </a:lnTo>
                  <a:lnTo>
                    <a:pt x="377135" y="390167"/>
                  </a:lnTo>
                  <a:lnTo>
                    <a:pt x="394091" y="344196"/>
                  </a:lnTo>
                  <a:lnTo>
                    <a:pt x="415235" y="301005"/>
                  </a:lnTo>
                  <a:lnTo>
                    <a:pt x="440274" y="260932"/>
                  </a:lnTo>
                  <a:lnTo>
                    <a:pt x="468915" y="224313"/>
                  </a:lnTo>
                  <a:lnTo>
                    <a:pt x="500865" y="191485"/>
                  </a:lnTo>
                  <a:lnTo>
                    <a:pt x="535829" y="162783"/>
                  </a:lnTo>
                  <a:lnTo>
                    <a:pt x="573516" y="138546"/>
                  </a:lnTo>
                  <a:lnTo>
                    <a:pt x="613631" y="119108"/>
                  </a:lnTo>
                  <a:lnTo>
                    <a:pt x="655882" y="104808"/>
                  </a:lnTo>
                  <a:lnTo>
                    <a:pt x="699975" y="95981"/>
                  </a:lnTo>
                  <a:lnTo>
                    <a:pt x="745617" y="92963"/>
                  </a:lnTo>
                  <a:lnTo>
                    <a:pt x="791258" y="95981"/>
                  </a:lnTo>
                  <a:lnTo>
                    <a:pt x="835351" y="104808"/>
                  </a:lnTo>
                  <a:lnTo>
                    <a:pt x="877602" y="119108"/>
                  </a:lnTo>
                  <a:lnTo>
                    <a:pt x="917717" y="138546"/>
                  </a:lnTo>
                  <a:lnTo>
                    <a:pt x="955404" y="162783"/>
                  </a:lnTo>
                  <a:lnTo>
                    <a:pt x="990368" y="191485"/>
                  </a:lnTo>
                  <a:lnTo>
                    <a:pt x="1022318" y="224313"/>
                  </a:lnTo>
                  <a:lnTo>
                    <a:pt x="1050959" y="260932"/>
                  </a:lnTo>
                  <a:lnTo>
                    <a:pt x="1075998" y="301005"/>
                  </a:lnTo>
                  <a:lnTo>
                    <a:pt x="1097142" y="344196"/>
                  </a:lnTo>
                  <a:lnTo>
                    <a:pt x="1114098" y="390167"/>
                  </a:lnTo>
                  <a:lnTo>
                    <a:pt x="1126572" y="438583"/>
                  </a:lnTo>
                  <a:lnTo>
                    <a:pt x="1134272" y="489106"/>
                  </a:lnTo>
                  <a:lnTo>
                    <a:pt x="1136904" y="541401"/>
                  </a:lnTo>
                  <a:lnTo>
                    <a:pt x="1134272" y="593697"/>
                  </a:lnTo>
                  <a:lnTo>
                    <a:pt x="1126572" y="644222"/>
                  </a:lnTo>
                  <a:lnTo>
                    <a:pt x="1114098" y="692639"/>
                  </a:lnTo>
                  <a:lnTo>
                    <a:pt x="1097142" y="738611"/>
                  </a:lnTo>
                  <a:lnTo>
                    <a:pt x="1075998" y="781801"/>
                  </a:lnTo>
                  <a:lnTo>
                    <a:pt x="1050959" y="821874"/>
                  </a:lnTo>
                  <a:lnTo>
                    <a:pt x="1022318" y="858493"/>
                  </a:lnTo>
                  <a:lnTo>
                    <a:pt x="990368" y="891320"/>
                  </a:lnTo>
                  <a:lnTo>
                    <a:pt x="955404" y="920021"/>
                  </a:lnTo>
                  <a:lnTo>
                    <a:pt x="917717" y="944257"/>
                  </a:lnTo>
                  <a:lnTo>
                    <a:pt x="877602" y="963694"/>
                  </a:lnTo>
                  <a:lnTo>
                    <a:pt x="835351" y="977994"/>
                  </a:lnTo>
                  <a:lnTo>
                    <a:pt x="791258" y="986821"/>
                  </a:lnTo>
                  <a:lnTo>
                    <a:pt x="745617" y="989838"/>
                  </a:lnTo>
                  <a:lnTo>
                    <a:pt x="699975" y="986821"/>
                  </a:lnTo>
                  <a:lnTo>
                    <a:pt x="655882" y="977994"/>
                  </a:lnTo>
                  <a:lnTo>
                    <a:pt x="613631" y="963694"/>
                  </a:lnTo>
                  <a:lnTo>
                    <a:pt x="573516" y="944257"/>
                  </a:lnTo>
                  <a:lnTo>
                    <a:pt x="535829" y="920021"/>
                  </a:lnTo>
                  <a:lnTo>
                    <a:pt x="500865" y="891320"/>
                  </a:lnTo>
                  <a:lnTo>
                    <a:pt x="468915" y="858493"/>
                  </a:lnTo>
                  <a:lnTo>
                    <a:pt x="440274" y="821874"/>
                  </a:lnTo>
                  <a:lnTo>
                    <a:pt x="415235" y="781801"/>
                  </a:lnTo>
                  <a:lnTo>
                    <a:pt x="394091" y="738611"/>
                  </a:lnTo>
                  <a:lnTo>
                    <a:pt x="377135" y="692639"/>
                  </a:lnTo>
                  <a:lnTo>
                    <a:pt x="364661" y="644222"/>
                  </a:lnTo>
                  <a:lnTo>
                    <a:pt x="356961" y="593697"/>
                  </a:lnTo>
                  <a:lnTo>
                    <a:pt x="354330" y="541401"/>
                  </a:lnTo>
                  <a:close/>
                </a:path>
                <a:path extrusionOk="0" h="1480820" w="1137285">
                  <a:moveTo>
                    <a:pt x="0" y="1032128"/>
                  </a:moveTo>
                  <a:lnTo>
                    <a:pt x="2631" y="979832"/>
                  </a:lnTo>
                  <a:lnTo>
                    <a:pt x="10331" y="929307"/>
                  </a:lnTo>
                  <a:lnTo>
                    <a:pt x="22805" y="880890"/>
                  </a:lnTo>
                  <a:lnTo>
                    <a:pt x="39761" y="834918"/>
                  </a:lnTo>
                  <a:lnTo>
                    <a:pt x="60905" y="791728"/>
                  </a:lnTo>
                  <a:lnTo>
                    <a:pt x="85944" y="751655"/>
                  </a:lnTo>
                  <a:lnTo>
                    <a:pt x="114585" y="715036"/>
                  </a:lnTo>
                  <a:lnTo>
                    <a:pt x="146535" y="682209"/>
                  </a:lnTo>
                  <a:lnTo>
                    <a:pt x="181499" y="653508"/>
                  </a:lnTo>
                  <a:lnTo>
                    <a:pt x="219186" y="629272"/>
                  </a:lnTo>
                  <a:lnTo>
                    <a:pt x="259301" y="609835"/>
                  </a:lnTo>
                  <a:lnTo>
                    <a:pt x="301552" y="595535"/>
                  </a:lnTo>
                  <a:lnTo>
                    <a:pt x="345645" y="586708"/>
                  </a:lnTo>
                  <a:lnTo>
                    <a:pt x="391287" y="583691"/>
                  </a:lnTo>
                  <a:lnTo>
                    <a:pt x="436928" y="586708"/>
                  </a:lnTo>
                  <a:lnTo>
                    <a:pt x="481021" y="595535"/>
                  </a:lnTo>
                  <a:lnTo>
                    <a:pt x="523272" y="609835"/>
                  </a:lnTo>
                  <a:lnTo>
                    <a:pt x="563387" y="629272"/>
                  </a:lnTo>
                  <a:lnTo>
                    <a:pt x="601074" y="653508"/>
                  </a:lnTo>
                  <a:lnTo>
                    <a:pt x="636038" y="682209"/>
                  </a:lnTo>
                  <a:lnTo>
                    <a:pt x="667988" y="715036"/>
                  </a:lnTo>
                  <a:lnTo>
                    <a:pt x="696629" y="751655"/>
                  </a:lnTo>
                  <a:lnTo>
                    <a:pt x="721668" y="791728"/>
                  </a:lnTo>
                  <a:lnTo>
                    <a:pt x="742812" y="834918"/>
                  </a:lnTo>
                  <a:lnTo>
                    <a:pt x="759768" y="880890"/>
                  </a:lnTo>
                  <a:lnTo>
                    <a:pt x="772242" y="929307"/>
                  </a:lnTo>
                  <a:lnTo>
                    <a:pt x="779942" y="979832"/>
                  </a:lnTo>
                  <a:lnTo>
                    <a:pt x="782574" y="1032128"/>
                  </a:lnTo>
                  <a:lnTo>
                    <a:pt x="779942" y="1084425"/>
                  </a:lnTo>
                  <a:lnTo>
                    <a:pt x="772242" y="1134950"/>
                  </a:lnTo>
                  <a:lnTo>
                    <a:pt x="759768" y="1183367"/>
                  </a:lnTo>
                  <a:lnTo>
                    <a:pt x="742812" y="1229339"/>
                  </a:lnTo>
                  <a:lnTo>
                    <a:pt x="721668" y="1272529"/>
                  </a:lnTo>
                  <a:lnTo>
                    <a:pt x="696629" y="1312602"/>
                  </a:lnTo>
                  <a:lnTo>
                    <a:pt x="667988" y="1349220"/>
                  </a:lnTo>
                  <a:lnTo>
                    <a:pt x="636038" y="1382047"/>
                  </a:lnTo>
                  <a:lnTo>
                    <a:pt x="601074" y="1410748"/>
                  </a:lnTo>
                  <a:lnTo>
                    <a:pt x="563387" y="1434984"/>
                  </a:lnTo>
                  <a:lnTo>
                    <a:pt x="523272" y="1454421"/>
                  </a:lnTo>
                  <a:lnTo>
                    <a:pt x="481021" y="1468721"/>
                  </a:lnTo>
                  <a:lnTo>
                    <a:pt x="436928" y="1477547"/>
                  </a:lnTo>
                  <a:lnTo>
                    <a:pt x="391287" y="1480564"/>
                  </a:lnTo>
                  <a:lnTo>
                    <a:pt x="345645" y="1477547"/>
                  </a:lnTo>
                  <a:lnTo>
                    <a:pt x="301552" y="1468721"/>
                  </a:lnTo>
                  <a:lnTo>
                    <a:pt x="259301" y="1454421"/>
                  </a:lnTo>
                  <a:lnTo>
                    <a:pt x="219186" y="1434984"/>
                  </a:lnTo>
                  <a:lnTo>
                    <a:pt x="181499" y="1410748"/>
                  </a:lnTo>
                  <a:lnTo>
                    <a:pt x="146535" y="1382047"/>
                  </a:lnTo>
                  <a:lnTo>
                    <a:pt x="114585" y="1349220"/>
                  </a:lnTo>
                  <a:lnTo>
                    <a:pt x="85944" y="1312602"/>
                  </a:lnTo>
                  <a:lnTo>
                    <a:pt x="60905" y="1272529"/>
                  </a:lnTo>
                  <a:lnTo>
                    <a:pt x="39761" y="1229339"/>
                  </a:lnTo>
                  <a:lnTo>
                    <a:pt x="22805" y="1183367"/>
                  </a:lnTo>
                  <a:lnTo>
                    <a:pt x="10331" y="1134950"/>
                  </a:lnTo>
                  <a:lnTo>
                    <a:pt x="2631" y="1084425"/>
                  </a:lnTo>
                  <a:lnTo>
                    <a:pt x="0" y="1032128"/>
                  </a:lnTo>
                  <a:close/>
                </a:path>
              </a:pathLst>
            </a:custGeom>
            <a:noFill/>
            <a:ln cap="flat" cmpd="sng" w="25125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8" name="Google Shape;508;p2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348484" y="4978908"/>
              <a:ext cx="180594" cy="218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9" name="Google Shape;509;p2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171700" y="5001768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69158" y="6294882"/>
              <a:ext cx="101345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1" name="Google Shape;51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1083" y="5614416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2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05883" y="55504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2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569842" y="5344033"/>
              <a:ext cx="1619377" cy="1003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4" name="Google Shape;51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21558" y="6447282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6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17" name="Google Shape;517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83508" y="6448805"/>
            <a:ext cx="101346" cy="1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523" name="Google Shape;5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p27"/>
          <p:cNvGrpSpPr/>
          <p:nvPr/>
        </p:nvGrpSpPr>
        <p:grpSpPr>
          <a:xfrm>
            <a:off x="2661666" y="5550408"/>
            <a:ext cx="2028126" cy="999743"/>
            <a:chOff x="2661666" y="5550408"/>
            <a:chExt cx="2028126" cy="999743"/>
          </a:xfrm>
        </p:grpSpPr>
        <p:pic>
          <p:nvPicPr>
            <p:cNvPr id="525" name="Google Shape;525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88158" y="56266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61666" y="5788914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1083" y="5614416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05883" y="5550408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54858" y="5784342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10434" y="5651804"/>
              <a:ext cx="1979358" cy="896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683508" y="6448806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32" name="Google Shape;532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" name="Google Shape;533;p27"/>
          <p:cNvGrpSpPr/>
          <p:nvPr/>
        </p:nvGrpSpPr>
        <p:grpSpPr>
          <a:xfrm>
            <a:off x="2361056" y="4991481"/>
            <a:ext cx="155448" cy="193548"/>
            <a:chOff x="2361056" y="4991481"/>
            <a:chExt cx="155448" cy="193548"/>
          </a:xfrm>
        </p:grpSpPr>
        <p:sp>
          <p:nvSpPr>
            <p:cNvPr id="534" name="Google Shape;534;p27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0" name="Google Shape;540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7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42" name="Google Shape;542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8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548" name="Google Shape;5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157" y="56266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1666" y="5788914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64357" y="5990082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16757" y="6142482"/>
            <a:ext cx="101346" cy="1013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4" name="Google Shape;554;p28"/>
          <p:cNvGrpSpPr/>
          <p:nvPr/>
        </p:nvGrpSpPr>
        <p:grpSpPr>
          <a:xfrm>
            <a:off x="2348483" y="4978908"/>
            <a:ext cx="180594" cy="218694"/>
            <a:chOff x="2348483" y="4978908"/>
            <a:chExt cx="180594" cy="218694"/>
          </a:xfrm>
        </p:grpSpPr>
        <p:pic>
          <p:nvPicPr>
            <p:cNvPr id="555" name="Google Shape;555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7731" y="5096256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2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348483" y="4978908"/>
              <a:ext cx="180594" cy="21869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7" name="Google Shape;557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10433" y="6273546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69157" y="6294882"/>
            <a:ext cx="101345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21558" y="6447282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54857" y="5784341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47515" y="5204459"/>
            <a:ext cx="1328039" cy="95048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8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64" name="Google Shape;564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83508" y="6448805"/>
            <a:ext cx="101346" cy="1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grpSp>
        <p:nvGrpSpPr>
          <p:cNvPr id="571" name="Google Shape;571;p29"/>
          <p:cNvGrpSpPr/>
          <p:nvPr/>
        </p:nvGrpSpPr>
        <p:grpSpPr>
          <a:xfrm>
            <a:off x="2052066" y="4573396"/>
            <a:ext cx="1603290" cy="1383156"/>
            <a:chOff x="2052066" y="4573396"/>
            <a:chExt cx="1603290" cy="1383156"/>
          </a:xfrm>
        </p:grpSpPr>
        <p:pic>
          <p:nvPicPr>
            <p:cNvPr id="572" name="Google Shape;57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4684" y="5855207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39083" y="5096255"/>
              <a:ext cx="101346" cy="1013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54858" y="5784341"/>
              <a:ext cx="101346" cy="101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5" name="Google Shape;575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52066" y="4573396"/>
              <a:ext cx="1603290" cy="13168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6" name="Google Shape;576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4357" y="5990082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6757" y="6142482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01084" y="5614415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05884" y="55504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10433" y="6273546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69157" y="6294882"/>
            <a:ext cx="101345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21558" y="6447282"/>
            <a:ext cx="101346" cy="101346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9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585" name="Google Shape;585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683508" y="6448805"/>
            <a:ext cx="101346" cy="1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0"/>
          <p:cNvSpPr txBox="1"/>
          <p:nvPr>
            <p:ph type="title"/>
          </p:nvPr>
        </p:nvSpPr>
        <p:spPr>
          <a:xfrm>
            <a:off x="1702561" y="363219"/>
            <a:ext cx="87826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Pseudo-Code</a:t>
            </a:r>
            <a:endParaRPr/>
          </a:p>
        </p:txBody>
      </p:sp>
      <p:pic>
        <p:nvPicPr>
          <p:cNvPr id="591" name="Google Shape;5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83" y="58552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157" y="5626608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1666" y="5788914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62783" y="6187440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64357" y="5990082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16757" y="6142482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01084" y="5614415"/>
            <a:ext cx="101346" cy="101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05884" y="5550408"/>
            <a:ext cx="101346" cy="101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9" name="Google Shape;599;p30"/>
          <p:cNvGrpSpPr/>
          <p:nvPr/>
        </p:nvGrpSpPr>
        <p:grpSpPr>
          <a:xfrm>
            <a:off x="2361056" y="4991481"/>
            <a:ext cx="155448" cy="193548"/>
            <a:chOff x="2361056" y="4991481"/>
            <a:chExt cx="155448" cy="193548"/>
          </a:xfrm>
        </p:grpSpPr>
        <p:sp>
          <p:nvSpPr>
            <p:cNvPr id="600" name="Google Shape;600;p30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2440304" y="510882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2361056" y="4991481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947" y="2988"/>
                  </a:lnTo>
                  <a:lnTo>
                    <a:pt x="65055" y="11144"/>
                  </a:lnTo>
                  <a:lnTo>
                    <a:pt x="73211" y="23252"/>
                  </a:lnTo>
                  <a:lnTo>
                    <a:pt x="76200" y="38100"/>
                  </a:lnTo>
                  <a:lnTo>
                    <a:pt x="73211" y="52947"/>
                  </a:lnTo>
                  <a:lnTo>
                    <a:pt x="65055" y="65055"/>
                  </a:lnTo>
                  <a:lnTo>
                    <a:pt x="52947" y="73211"/>
                  </a:lnTo>
                  <a:lnTo>
                    <a:pt x="38100" y="76200"/>
                  </a:lnTo>
                  <a:lnTo>
                    <a:pt x="23252" y="73211"/>
                  </a:lnTo>
                  <a:lnTo>
                    <a:pt x="11144" y="65055"/>
                  </a:lnTo>
                  <a:lnTo>
                    <a:pt x="2988" y="52947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cap="flat" cmpd="sng" w="251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6" name="Google Shape;606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39084" y="5096255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10433" y="6273546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69157" y="6294882"/>
            <a:ext cx="101345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21558" y="6447282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54857" y="5784341"/>
            <a:ext cx="101346" cy="10134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0"/>
          <p:cNvSpPr txBox="1"/>
          <p:nvPr/>
        </p:nvSpPr>
        <p:spPr>
          <a:xfrm>
            <a:off x="662940" y="1967740"/>
            <a:ext cx="10715625" cy="211141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0404" l="-1705" r="-2502" t="-28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612" name="Google Shape;612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71700" y="5001767"/>
            <a:ext cx="101346" cy="10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83508" y="6448805"/>
            <a:ext cx="101346" cy="10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1"/>
          <p:cNvSpPr txBox="1"/>
          <p:nvPr>
            <p:ph type="title"/>
          </p:nvPr>
        </p:nvSpPr>
        <p:spPr>
          <a:xfrm>
            <a:off x="838200" y="365125"/>
            <a:ext cx="10383982" cy="1097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619" name="Google Shape;619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710" y="1690688"/>
            <a:ext cx="894933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1"/>
          <p:cNvSpPr txBox="1"/>
          <p:nvPr/>
        </p:nvSpPr>
        <p:spPr>
          <a:xfrm>
            <a:off x="3165764" y="6123543"/>
            <a:ext cx="60932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Clustering with Scikit with GIFs - dashee87.github.io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Ilustración de los parámetros</a:t>
            </a:r>
            <a:endParaRPr/>
          </a:p>
        </p:txBody>
      </p:sp>
      <p:pic>
        <p:nvPicPr>
          <p:cNvPr id="626" name="Google Shape;626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1283" y="1842250"/>
            <a:ext cx="5909434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Código</a:t>
            </a:r>
            <a:endParaRPr/>
          </a:p>
        </p:txBody>
      </p:sp>
      <p:pic>
        <p:nvPicPr>
          <p:cNvPr id="632" name="Google Shape;6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690688"/>
            <a:ext cx="8564170" cy="4629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2572" y="1690688"/>
            <a:ext cx="5039428" cy="2991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4"/>
          <p:cNvSpPr txBox="1"/>
          <p:nvPr>
            <p:ph type="title"/>
          </p:nvPr>
        </p:nvSpPr>
        <p:spPr>
          <a:xfrm>
            <a:off x="14478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Density-Based Clustering Issues</a:t>
            </a:r>
            <a:endParaRPr/>
          </a:p>
        </p:txBody>
      </p:sp>
      <p:sp>
        <p:nvSpPr>
          <p:cNvPr id="639" name="Google Shape;639;p34"/>
          <p:cNvSpPr txBox="1"/>
          <p:nvPr/>
        </p:nvSpPr>
        <p:spPr>
          <a:xfrm>
            <a:off x="609600" y="1250161"/>
            <a:ext cx="11734800" cy="557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Algunos puntos no se asignan a una agrupación.</a:t>
            </a:r>
            <a:endParaRPr/>
          </a:p>
          <a:p>
            <a:pPr indent="-342900" lvl="1" marL="81280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Bueno o malo, según la aplicación.</a:t>
            </a:r>
            <a:endParaRPr/>
          </a:p>
          <a:p>
            <a:pPr indent="-190500" lvl="1" marL="81280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Ambigüedad de los puntos "no centrales" (de frontera):</a:t>
            </a:r>
            <a:endParaRPr/>
          </a:p>
          <a:p>
            <a:pPr indent="-190500" lvl="0" marL="3556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Sensible a la elección de ε y minNeighbours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1" marL="81280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documento original propone un método de "codo" (véase la diapositiva adicional).</a:t>
            </a:r>
            <a:endParaRPr/>
          </a:p>
          <a:p>
            <a:pPr indent="-342900" lvl="1" marL="81280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lo demás, no es sensible a la inicialización (excepto para los puntos límite).</a:t>
            </a:r>
            <a:endParaRPr/>
          </a:p>
          <a:p>
            <a:pPr indent="-190500" lvl="0" marL="3556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se obtiene un nuevo ejemplo, </a:t>
            </a: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encontrar el cluster es costoso.</a:t>
            </a:r>
            <a:endParaRPr/>
          </a:p>
          <a:p>
            <a:pPr indent="-342900" lvl="1" marL="812800" marR="0" rtl="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Hay que calcular las distancias a los puntos centrales (o quizás a todos los puntos de entrenamiento).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dimensiones altas, se necesitan muchos puntos para "llenar" el espacio.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5"/>
          <p:cNvSpPr txBox="1"/>
          <p:nvPr>
            <p:ph type="title"/>
          </p:nvPr>
        </p:nvSpPr>
        <p:spPr>
          <a:xfrm>
            <a:off x="4004564" y="363219"/>
            <a:ext cx="418147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Differing Densities</a:t>
            </a:r>
            <a:endParaRPr/>
          </a:p>
        </p:txBody>
      </p:sp>
      <p:sp>
        <p:nvSpPr>
          <p:cNvPr id="645" name="Google Shape;645;p35"/>
          <p:cNvSpPr txBox="1"/>
          <p:nvPr/>
        </p:nvSpPr>
        <p:spPr>
          <a:xfrm>
            <a:off x="688340" y="1380490"/>
            <a:ext cx="982726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 la agrupación basada en la densidad de estos datos: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511" y="2481072"/>
            <a:ext cx="153415" cy="16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0158" y="2583179"/>
            <a:ext cx="121157" cy="141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6764" y="3066923"/>
            <a:ext cx="121158" cy="162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5440" y="3577209"/>
            <a:ext cx="129286" cy="173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70094" y="4299458"/>
            <a:ext cx="153288" cy="173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92928" y="4750689"/>
            <a:ext cx="140843" cy="144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68240" y="5367146"/>
            <a:ext cx="171450" cy="16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39005" y="5718759"/>
            <a:ext cx="156718" cy="14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5235" y="4889119"/>
            <a:ext cx="124967" cy="173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95800" y="4244213"/>
            <a:ext cx="148874" cy="14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3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59197" y="3593465"/>
            <a:ext cx="153035" cy="18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06772" y="3004185"/>
            <a:ext cx="177800" cy="198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3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137533" y="3642233"/>
            <a:ext cx="122554" cy="198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3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634232" y="3181350"/>
            <a:ext cx="157352" cy="17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521964" y="3905758"/>
            <a:ext cx="138811" cy="221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837940" y="4432172"/>
            <a:ext cx="140208" cy="176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3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759327" y="5070855"/>
            <a:ext cx="118999" cy="192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298571" y="4661534"/>
            <a:ext cx="113156" cy="168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519796" y="4024248"/>
            <a:ext cx="81305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479792" y="2459482"/>
            <a:ext cx="788161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3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878196" y="5719381"/>
            <a:ext cx="393573" cy="55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3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343525" y="6042393"/>
            <a:ext cx="323341" cy="30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3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979921" y="6017043"/>
            <a:ext cx="617727" cy="33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3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979022" y="6010681"/>
            <a:ext cx="395903" cy="24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771765" y="5960440"/>
            <a:ext cx="850137" cy="297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6"/>
          <p:cNvSpPr txBox="1"/>
          <p:nvPr>
            <p:ph type="title"/>
          </p:nvPr>
        </p:nvSpPr>
        <p:spPr>
          <a:xfrm>
            <a:off x="4004564" y="363219"/>
            <a:ext cx="418147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Differing Densities</a:t>
            </a:r>
            <a:endParaRPr/>
          </a:p>
        </p:txBody>
      </p:sp>
      <p:sp>
        <p:nvSpPr>
          <p:cNvPr id="676" name="Google Shape;676;p36"/>
          <p:cNvSpPr txBox="1"/>
          <p:nvPr/>
        </p:nvSpPr>
        <p:spPr>
          <a:xfrm>
            <a:off x="688340" y="1334770"/>
            <a:ext cx="8684260" cy="474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Aumenta el épsilon y ejecútalo de nuevo: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6"/>
          <p:cNvSpPr txBox="1"/>
          <p:nvPr/>
        </p:nvSpPr>
        <p:spPr>
          <a:xfrm>
            <a:off x="688340" y="5861303"/>
            <a:ext cx="1005586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posible que no haya ningún nivel de densidad que le proporcione 3 clusters.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8" name="Google Shape;6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1607" y="2440304"/>
            <a:ext cx="1435735" cy="29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4054" y="2415946"/>
            <a:ext cx="2428874" cy="35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8181" y="3726053"/>
            <a:ext cx="599567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9175" y="3773296"/>
            <a:ext cx="193294" cy="245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8869" y="3786251"/>
            <a:ext cx="877224" cy="26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35364" y="4248403"/>
            <a:ext cx="419354" cy="165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19182" y="4279010"/>
            <a:ext cx="509143" cy="155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93298" y="4187697"/>
            <a:ext cx="649668" cy="229743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6"/>
          <p:cNvSpPr/>
          <p:nvPr/>
        </p:nvSpPr>
        <p:spPr>
          <a:xfrm>
            <a:off x="11118088" y="4139310"/>
            <a:ext cx="75565" cy="96520"/>
          </a:xfrm>
          <a:custGeom>
            <a:rect b="b" l="l" r="r" t="t"/>
            <a:pathLst>
              <a:path extrusionOk="0" h="96520" w="75565">
                <a:moveTo>
                  <a:pt x="3937" y="46863"/>
                </a:moveTo>
                <a:lnTo>
                  <a:pt x="3860" y="46570"/>
                </a:lnTo>
                <a:lnTo>
                  <a:pt x="3873" y="46863"/>
                </a:lnTo>
                <a:close/>
              </a:path>
              <a:path extrusionOk="0" h="96520" w="75565">
                <a:moveTo>
                  <a:pt x="22491" y="56007"/>
                </a:moveTo>
                <a:lnTo>
                  <a:pt x="8382" y="56007"/>
                </a:lnTo>
                <a:lnTo>
                  <a:pt x="7213" y="56007"/>
                </a:lnTo>
                <a:lnTo>
                  <a:pt x="7493" y="60325"/>
                </a:lnTo>
                <a:lnTo>
                  <a:pt x="7620" y="60960"/>
                </a:lnTo>
                <a:lnTo>
                  <a:pt x="8255" y="65151"/>
                </a:lnTo>
                <a:lnTo>
                  <a:pt x="8255" y="64897"/>
                </a:lnTo>
                <a:lnTo>
                  <a:pt x="8890" y="70231"/>
                </a:lnTo>
                <a:lnTo>
                  <a:pt x="21463" y="64897"/>
                </a:lnTo>
                <a:lnTo>
                  <a:pt x="21463" y="65151"/>
                </a:lnTo>
                <a:lnTo>
                  <a:pt x="21501" y="64897"/>
                </a:lnTo>
                <a:lnTo>
                  <a:pt x="22225" y="60960"/>
                </a:lnTo>
                <a:lnTo>
                  <a:pt x="22225" y="60325"/>
                </a:lnTo>
                <a:lnTo>
                  <a:pt x="22491" y="56007"/>
                </a:lnTo>
                <a:close/>
              </a:path>
              <a:path extrusionOk="0" h="96520" w="75565">
                <a:moveTo>
                  <a:pt x="22860" y="51943"/>
                </a:moveTo>
                <a:lnTo>
                  <a:pt x="21932" y="48514"/>
                </a:lnTo>
                <a:lnTo>
                  <a:pt x="21717" y="47752"/>
                </a:lnTo>
                <a:lnTo>
                  <a:pt x="21590" y="47244"/>
                </a:lnTo>
                <a:lnTo>
                  <a:pt x="20116" y="44919"/>
                </a:lnTo>
                <a:lnTo>
                  <a:pt x="19977" y="43434"/>
                </a:lnTo>
                <a:lnTo>
                  <a:pt x="19900" y="42799"/>
                </a:lnTo>
                <a:lnTo>
                  <a:pt x="19837" y="42545"/>
                </a:lnTo>
                <a:lnTo>
                  <a:pt x="19596" y="41656"/>
                </a:lnTo>
                <a:lnTo>
                  <a:pt x="18859" y="38862"/>
                </a:lnTo>
                <a:lnTo>
                  <a:pt x="18796" y="38608"/>
                </a:lnTo>
                <a:lnTo>
                  <a:pt x="10668" y="32131"/>
                </a:lnTo>
                <a:lnTo>
                  <a:pt x="10287" y="32004"/>
                </a:lnTo>
                <a:lnTo>
                  <a:pt x="5842" y="30861"/>
                </a:lnTo>
                <a:lnTo>
                  <a:pt x="0" y="41656"/>
                </a:lnTo>
                <a:lnTo>
                  <a:pt x="4521" y="41656"/>
                </a:lnTo>
                <a:lnTo>
                  <a:pt x="1016" y="43434"/>
                </a:lnTo>
                <a:lnTo>
                  <a:pt x="3517" y="45110"/>
                </a:lnTo>
                <a:lnTo>
                  <a:pt x="3860" y="46570"/>
                </a:lnTo>
                <a:lnTo>
                  <a:pt x="3810" y="45593"/>
                </a:lnTo>
                <a:lnTo>
                  <a:pt x="3937" y="46863"/>
                </a:lnTo>
                <a:lnTo>
                  <a:pt x="3937" y="47752"/>
                </a:lnTo>
                <a:lnTo>
                  <a:pt x="5334" y="51816"/>
                </a:lnTo>
                <a:lnTo>
                  <a:pt x="7048" y="54190"/>
                </a:lnTo>
                <a:lnTo>
                  <a:pt x="7696" y="54190"/>
                </a:lnTo>
                <a:lnTo>
                  <a:pt x="22656" y="54190"/>
                </a:lnTo>
                <a:lnTo>
                  <a:pt x="22860" y="51943"/>
                </a:lnTo>
                <a:close/>
              </a:path>
              <a:path extrusionOk="0" h="96520" w="75565">
                <a:moveTo>
                  <a:pt x="71107" y="28041"/>
                </a:moveTo>
                <a:lnTo>
                  <a:pt x="70993" y="25400"/>
                </a:lnTo>
                <a:lnTo>
                  <a:pt x="69596" y="20574"/>
                </a:lnTo>
                <a:lnTo>
                  <a:pt x="69367" y="20193"/>
                </a:lnTo>
                <a:lnTo>
                  <a:pt x="67957" y="17805"/>
                </a:lnTo>
                <a:lnTo>
                  <a:pt x="67843" y="15621"/>
                </a:lnTo>
                <a:lnTo>
                  <a:pt x="67818" y="14859"/>
                </a:lnTo>
                <a:lnTo>
                  <a:pt x="66929" y="11557"/>
                </a:lnTo>
                <a:lnTo>
                  <a:pt x="66675" y="10922"/>
                </a:lnTo>
                <a:lnTo>
                  <a:pt x="65659" y="8382"/>
                </a:lnTo>
                <a:lnTo>
                  <a:pt x="63500" y="6350"/>
                </a:lnTo>
                <a:lnTo>
                  <a:pt x="60375" y="3416"/>
                </a:lnTo>
                <a:lnTo>
                  <a:pt x="60325" y="2540"/>
                </a:lnTo>
                <a:lnTo>
                  <a:pt x="59118" y="2222"/>
                </a:lnTo>
                <a:lnTo>
                  <a:pt x="58928" y="2032"/>
                </a:lnTo>
                <a:lnTo>
                  <a:pt x="56896" y="1016"/>
                </a:lnTo>
                <a:lnTo>
                  <a:pt x="57391" y="1752"/>
                </a:lnTo>
                <a:lnTo>
                  <a:pt x="50927" y="0"/>
                </a:lnTo>
                <a:lnTo>
                  <a:pt x="48768" y="3175"/>
                </a:lnTo>
                <a:lnTo>
                  <a:pt x="48895" y="10922"/>
                </a:lnTo>
                <a:lnTo>
                  <a:pt x="48641" y="5461"/>
                </a:lnTo>
                <a:lnTo>
                  <a:pt x="47510" y="8382"/>
                </a:lnTo>
                <a:lnTo>
                  <a:pt x="47485" y="10922"/>
                </a:lnTo>
                <a:lnTo>
                  <a:pt x="47879" y="17907"/>
                </a:lnTo>
                <a:lnTo>
                  <a:pt x="47625" y="14859"/>
                </a:lnTo>
                <a:lnTo>
                  <a:pt x="47409" y="17805"/>
                </a:lnTo>
                <a:lnTo>
                  <a:pt x="47307" y="20574"/>
                </a:lnTo>
                <a:lnTo>
                  <a:pt x="48133" y="25019"/>
                </a:lnTo>
                <a:lnTo>
                  <a:pt x="49403" y="28041"/>
                </a:lnTo>
                <a:lnTo>
                  <a:pt x="49949" y="28041"/>
                </a:lnTo>
                <a:lnTo>
                  <a:pt x="71107" y="28041"/>
                </a:lnTo>
                <a:close/>
              </a:path>
              <a:path extrusionOk="0" h="96520" w="75565">
                <a:moveTo>
                  <a:pt x="75057" y="58674"/>
                </a:moveTo>
                <a:lnTo>
                  <a:pt x="74549" y="55499"/>
                </a:lnTo>
                <a:lnTo>
                  <a:pt x="73025" y="50546"/>
                </a:lnTo>
                <a:lnTo>
                  <a:pt x="72529" y="48971"/>
                </a:lnTo>
                <a:lnTo>
                  <a:pt x="72555" y="47244"/>
                </a:lnTo>
                <a:lnTo>
                  <a:pt x="72605" y="43434"/>
                </a:lnTo>
                <a:lnTo>
                  <a:pt x="72644" y="40894"/>
                </a:lnTo>
                <a:lnTo>
                  <a:pt x="72390" y="38481"/>
                </a:lnTo>
                <a:lnTo>
                  <a:pt x="71475" y="34036"/>
                </a:lnTo>
                <a:lnTo>
                  <a:pt x="71335" y="33362"/>
                </a:lnTo>
                <a:lnTo>
                  <a:pt x="71285" y="32258"/>
                </a:lnTo>
                <a:lnTo>
                  <a:pt x="71196" y="30099"/>
                </a:lnTo>
                <a:lnTo>
                  <a:pt x="50292" y="30099"/>
                </a:lnTo>
                <a:lnTo>
                  <a:pt x="49314" y="30099"/>
                </a:lnTo>
                <a:lnTo>
                  <a:pt x="49149" y="34036"/>
                </a:lnTo>
                <a:lnTo>
                  <a:pt x="49403" y="37338"/>
                </a:lnTo>
                <a:lnTo>
                  <a:pt x="50685" y="42087"/>
                </a:lnTo>
                <a:lnTo>
                  <a:pt x="50800" y="50546"/>
                </a:lnTo>
                <a:lnTo>
                  <a:pt x="51308" y="53467"/>
                </a:lnTo>
                <a:lnTo>
                  <a:pt x="53340" y="60185"/>
                </a:lnTo>
                <a:lnTo>
                  <a:pt x="53340" y="68072"/>
                </a:lnTo>
                <a:lnTo>
                  <a:pt x="53975" y="76327"/>
                </a:lnTo>
                <a:lnTo>
                  <a:pt x="54483" y="86868"/>
                </a:lnTo>
                <a:lnTo>
                  <a:pt x="54610" y="88392"/>
                </a:lnTo>
                <a:lnTo>
                  <a:pt x="55333" y="91694"/>
                </a:lnTo>
                <a:lnTo>
                  <a:pt x="54356" y="96139"/>
                </a:lnTo>
                <a:lnTo>
                  <a:pt x="71501" y="96266"/>
                </a:lnTo>
                <a:lnTo>
                  <a:pt x="72644" y="93599"/>
                </a:lnTo>
                <a:lnTo>
                  <a:pt x="73469" y="89789"/>
                </a:lnTo>
                <a:lnTo>
                  <a:pt x="73787" y="88392"/>
                </a:lnTo>
                <a:lnTo>
                  <a:pt x="73914" y="86868"/>
                </a:lnTo>
                <a:lnTo>
                  <a:pt x="74422" y="76073"/>
                </a:lnTo>
                <a:lnTo>
                  <a:pt x="74422" y="76327"/>
                </a:lnTo>
                <a:lnTo>
                  <a:pt x="74434" y="76073"/>
                </a:lnTo>
                <a:lnTo>
                  <a:pt x="74930" y="68072"/>
                </a:lnTo>
                <a:lnTo>
                  <a:pt x="75057" y="61849"/>
                </a:lnTo>
                <a:lnTo>
                  <a:pt x="75057" y="5867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7"/>
          <p:cNvSpPr txBox="1"/>
          <p:nvPr>
            <p:ph type="title"/>
          </p:nvPr>
        </p:nvSpPr>
        <p:spPr>
          <a:xfrm>
            <a:off x="4004564" y="363219"/>
            <a:ext cx="418147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Differing Densities</a:t>
            </a:r>
            <a:endParaRPr/>
          </a:p>
        </p:txBody>
      </p:sp>
      <p:sp>
        <p:nvSpPr>
          <p:cNvPr id="692" name="Google Shape;692;p37"/>
          <p:cNvSpPr txBox="1"/>
          <p:nvPr/>
        </p:nvSpPr>
        <p:spPr>
          <a:xfrm>
            <a:off x="688340" y="1339342"/>
            <a:ext cx="5179060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es una situación peor:</a:t>
            </a:r>
            <a:endParaRPr/>
          </a:p>
        </p:txBody>
      </p:sp>
      <p:sp>
        <p:nvSpPr>
          <p:cNvPr id="693" name="Google Shape;693;p37"/>
          <p:cNvSpPr txBox="1"/>
          <p:nvPr/>
        </p:nvSpPr>
        <p:spPr>
          <a:xfrm>
            <a:off x="688340" y="5521756"/>
            <a:ext cx="10741660" cy="1399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 hay que elegir entre clústeres gruesos/finos.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lugar de una agrupación fija, a menudo queremos una agrupación jerárquica.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4" name="Google Shape;6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3155" y="1841754"/>
            <a:ext cx="2441574" cy="3556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5" name="Google Shape;695;p37"/>
          <p:cNvGrpSpPr/>
          <p:nvPr/>
        </p:nvGrpSpPr>
        <p:grpSpPr>
          <a:xfrm>
            <a:off x="6519926" y="1274952"/>
            <a:ext cx="4564253" cy="4064000"/>
            <a:chOff x="6519926" y="1274952"/>
            <a:chExt cx="4564253" cy="4064000"/>
          </a:xfrm>
        </p:grpSpPr>
        <p:pic>
          <p:nvPicPr>
            <p:cNvPr id="696" name="Google Shape;696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19926" y="1274952"/>
              <a:ext cx="4564253" cy="406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7" name="Google Shape;697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711179" y="4385945"/>
              <a:ext cx="359537" cy="2899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98" name="Google Shape;69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76203" y="4665853"/>
            <a:ext cx="507693" cy="344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8"/>
          <p:cNvSpPr txBox="1"/>
          <p:nvPr>
            <p:ph type="title"/>
          </p:nvPr>
        </p:nvSpPr>
        <p:spPr>
          <a:xfrm>
            <a:off x="3542029" y="366553"/>
            <a:ext cx="510286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Agrupación jerárquica</a:t>
            </a:r>
            <a:endParaRPr/>
          </a:p>
        </p:txBody>
      </p:sp>
      <p:sp>
        <p:nvSpPr>
          <p:cNvPr id="704" name="Google Shape;704;p38"/>
          <p:cNvSpPr txBox="1"/>
          <p:nvPr/>
        </p:nvSpPr>
        <p:spPr>
          <a:xfrm>
            <a:off x="688340" y="1284580"/>
            <a:ext cx="8934074" cy="1933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La agrupación jerárquica produce un árbol de agrupaciones.</a:t>
            </a:r>
            <a:endParaRPr/>
          </a:p>
          <a:p>
            <a:pPr indent="-342900" lvl="1" marL="812800" marR="0" rtl="0" algn="l"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nodo del árbol divide los datos en 2 o más clusters.</a:t>
            </a:r>
            <a:endParaRPr/>
          </a:p>
          <a:p>
            <a:pPr indent="-342900" lvl="1" marL="812800" marR="0" rtl="0" algn="l"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 más información que si se utiliza una agrupación fija.</a:t>
            </a:r>
            <a:endParaRPr/>
          </a:p>
          <a:p>
            <a:pPr indent="-342900" lvl="1" marL="812800" marR="0" rtl="0" algn="l"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menudo tienen puntos de datos individuales como hojas.</a:t>
            </a:r>
            <a:endParaRPr/>
          </a:p>
        </p:txBody>
      </p:sp>
      <p:grpSp>
        <p:nvGrpSpPr>
          <p:cNvPr id="705" name="Google Shape;705;p38"/>
          <p:cNvGrpSpPr/>
          <p:nvPr/>
        </p:nvGrpSpPr>
        <p:grpSpPr>
          <a:xfrm>
            <a:off x="5561457" y="4572381"/>
            <a:ext cx="990600" cy="76200"/>
            <a:chOff x="5561457" y="4572381"/>
            <a:chExt cx="990600" cy="76200"/>
          </a:xfrm>
        </p:grpSpPr>
        <p:sp>
          <p:nvSpPr>
            <p:cNvPr id="706" name="Google Shape;706;p38"/>
            <p:cNvSpPr/>
            <p:nvPr/>
          </p:nvSpPr>
          <p:spPr>
            <a:xfrm>
              <a:off x="5561457" y="4572381"/>
              <a:ext cx="990600" cy="76200"/>
            </a:xfrm>
            <a:custGeom>
              <a:rect b="b" l="l" r="r" t="t"/>
              <a:pathLst>
                <a:path extrusionOk="0" h="76200" w="990600">
                  <a:moveTo>
                    <a:pt x="952499" y="0"/>
                  </a:moveTo>
                  <a:lnTo>
                    <a:pt x="952499" y="19050"/>
                  </a:lnTo>
                  <a:lnTo>
                    <a:pt x="0" y="19050"/>
                  </a:lnTo>
                  <a:lnTo>
                    <a:pt x="0" y="57150"/>
                  </a:lnTo>
                  <a:lnTo>
                    <a:pt x="952499" y="57150"/>
                  </a:lnTo>
                  <a:lnTo>
                    <a:pt x="952499" y="76200"/>
                  </a:lnTo>
                  <a:lnTo>
                    <a:pt x="990599" y="38100"/>
                  </a:lnTo>
                  <a:lnTo>
                    <a:pt x="95249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8"/>
            <p:cNvSpPr/>
            <p:nvPr/>
          </p:nvSpPr>
          <p:spPr>
            <a:xfrm>
              <a:off x="5561457" y="4572381"/>
              <a:ext cx="990600" cy="76200"/>
            </a:xfrm>
            <a:custGeom>
              <a:rect b="b" l="l" r="r" t="t"/>
              <a:pathLst>
                <a:path extrusionOk="0" h="76200" w="990600">
                  <a:moveTo>
                    <a:pt x="0" y="19050"/>
                  </a:moveTo>
                  <a:lnTo>
                    <a:pt x="952499" y="19050"/>
                  </a:lnTo>
                  <a:lnTo>
                    <a:pt x="952499" y="0"/>
                  </a:lnTo>
                  <a:lnTo>
                    <a:pt x="990599" y="38100"/>
                  </a:lnTo>
                  <a:lnTo>
                    <a:pt x="952499" y="76200"/>
                  </a:lnTo>
                  <a:lnTo>
                    <a:pt x="952499" y="57150"/>
                  </a:lnTo>
                  <a:lnTo>
                    <a:pt x="0" y="57150"/>
                  </a:lnTo>
                  <a:lnTo>
                    <a:pt x="0" y="19050"/>
                  </a:lnTo>
                  <a:close/>
                </a:path>
              </a:pathLst>
            </a:custGeom>
            <a:noFill/>
            <a:ln cap="flat" cmpd="sng" w="25125">
              <a:solidFill>
                <a:srgbClr val="0000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p38"/>
          <p:cNvGrpSpPr/>
          <p:nvPr/>
        </p:nvGrpSpPr>
        <p:grpSpPr>
          <a:xfrm>
            <a:off x="8109852" y="2634996"/>
            <a:ext cx="4062095" cy="4026956"/>
            <a:chOff x="7256398" y="2799460"/>
            <a:chExt cx="4062095" cy="4026956"/>
          </a:xfrm>
        </p:grpSpPr>
        <p:pic>
          <p:nvPicPr>
            <p:cNvPr id="709" name="Google Shape;70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64358" y="5981739"/>
              <a:ext cx="307415" cy="427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0" name="Google Shape;710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04457" y="5946325"/>
              <a:ext cx="264503" cy="459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1" name="Google Shape;711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136155" y="4593724"/>
              <a:ext cx="682288" cy="1026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2" name="Google Shape;712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96157" y="4471802"/>
              <a:ext cx="824352" cy="1190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3" name="Google Shape;713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81245" y="2909901"/>
              <a:ext cx="1686097" cy="1090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4" name="Google Shape;714;p3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56398" y="2799460"/>
              <a:ext cx="4062095" cy="40269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15" name="Google Shape;715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3529" y="3528986"/>
            <a:ext cx="4692751" cy="306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9"/>
          <p:cNvSpPr txBox="1"/>
          <p:nvPr>
            <p:ph type="title"/>
          </p:nvPr>
        </p:nvSpPr>
        <p:spPr>
          <a:xfrm>
            <a:off x="3097783" y="363219"/>
            <a:ext cx="5994400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Application: Phylogenetics</a:t>
            </a:r>
            <a:endParaRPr/>
          </a:p>
        </p:txBody>
      </p:sp>
      <p:sp>
        <p:nvSpPr>
          <p:cNvPr id="721" name="Google Shape;721;p39"/>
          <p:cNvSpPr txBox="1"/>
          <p:nvPr/>
        </p:nvSpPr>
        <p:spPr>
          <a:xfrm>
            <a:off x="305815" y="1296975"/>
            <a:ext cx="6862445" cy="5236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Secuenciamos los genomas de un conjunto de organismos.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¿Podemos construir el "árbol de la vida"?</a:t>
            </a:r>
            <a:endParaRPr/>
          </a:p>
          <a:p>
            <a:pPr indent="-215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Comentarios sobre esta aplicación: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 derecha están los individuos.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medida que se avanza hacia la izquierda, los grupos se fusionan.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fusiones son "ancestros comunes".</a:t>
            </a:r>
            <a:endParaRPr/>
          </a:p>
          <a:p>
            <a:pPr indent="-215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información útil en el gráfico: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Longitudes de las líneas: elegidas aquí para aproximar el tiempo.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Números: #clusterings a través de muestras bootstrap.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'grupos externos' (morsa, panda) son una comprobación de cordura.</a:t>
            </a:r>
            <a:endParaRPr/>
          </a:p>
        </p:txBody>
      </p:sp>
      <p:pic>
        <p:nvPicPr>
          <p:cNvPr id="722" name="Google Shape;7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9876" y="1389124"/>
            <a:ext cx="4267200" cy="5468873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39"/>
          <p:cNvSpPr txBox="1"/>
          <p:nvPr/>
        </p:nvSpPr>
        <p:spPr>
          <a:xfrm>
            <a:off x="99822" y="6590792"/>
            <a:ext cx="524954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>
                <a:solidFill>
                  <a:srgbClr val="9BBA58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http://www.nature.com/nature/journal/v438/n7069/fig_tab/nature04338_F10.html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0"/>
          <p:cNvSpPr txBox="1"/>
          <p:nvPr>
            <p:ph type="title"/>
          </p:nvPr>
        </p:nvSpPr>
        <p:spPr>
          <a:xfrm>
            <a:off x="3097783" y="363219"/>
            <a:ext cx="5994400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Application: Phylogenetics</a:t>
            </a:r>
            <a:endParaRPr/>
          </a:p>
        </p:txBody>
      </p:sp>
      <p:sp>
        <p:nvSpPr>
          <p:cNvPr id="729" name="Google Shape;729;p40"/>
          <p:cNvSpPr txBox="1"/>
          <p:nvPr/>
        </p:nvSpPr>
        <p:spPr>
          <a:xfrm>
            <a:off x="688340" y="1380490"/>
            <a:ext cx="1048004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método comparativo en lingüística estudia la evolución de las lenguas: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0"/>
          <p:cNvSpPr txBox="1"/>
          <p:nvPr/>
        </p:nvSpPr>
        <p:spPr>
          <a:xfrm>
            <a:off x="64515" y="6604761"/>
            <a:ext cx="4015104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9BBA58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https://en.wikipedia.org/wiki/Comparative_method_(linguistics)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1" name="Google Shape;73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951225"/>
            <a:ext cx="6891528" cy="460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1"/>
          <p:cNvSpPr txBox="1"/>
          <p:nvPr>
            <p:ph type="title"/>
          </p:nvPr>
        </p:nvSpPr>
        <p:spPr>
          <a:xfrm>
            <a:off x="3660902" y="366553"/>
            <a:ext cx="4866005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Aplicación: ¿Moda?</a:t>
            </a:r>
            <a:endParaRPr/>
          </a:p>
        </p:txBody>
      </p:sp>
      <p:sp>
        <p:nvSpPr>
          <p:cNvPr id="737" name="Google Shape;737;p41"/>
          <p:cNvSpPr txBox="1"/>
          <p:nvPr/>
        </p:nvSpPr>
        <p:spPr>
          <a:xfrm>
            <a:off x="688340" y="1380490"/>
            <a:ext cx="1081786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Agrupación jerárquica de palabras de material de confección en Vogue: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8" name="Google Shape;7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3076" y="2057400"/>
            <a:ext cx="695325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1"/>
          <p:cNvSpPr txBox="1"/>
          <p:nvPr/>
        </p:nvSpPr>
        <p:spPr>
          <a:xfrm>
            <a:off x="99822" y="6590792"/>
            <a:ext cx="338772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>
                <a:solidFill>
                  <a:srgbClr val="9BBA58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http://dh.library.yale.edu/projects/vogue/fabricspace/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2"/>
          <p:cNvSpPr txBox="1"/>
          <p:nvPr>
            <p:ph type="title"/>
          </p:nvPr>
        </p:nvSpPr>
        <p:spPr>
          <a:xfrm>
            <a:off x="688340" y="366553"/>
            <a:ext cx="1081532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Agrupación aglomerativa (de abajo hacia arriba)</a:t>
            </a:r>
            <a:endParaRPr/>
          </a:p>
        </p:txBody>
      </p:sp>
      <p:sp>
        <p:nvSpPr>
          <p:cNvPr id="745" name="Google Shape;745;p42"/>
          <p:cNvSpPr txBox="1"/>
          <p:nvPr/>
        </p:nvSpPr>
        <p:spPr>
          <a:xfrm>
            <a:off x="688340" y="1284580"/>
            <a:ext cx="9881235" cy="114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jerárquico más común: clustering aglomerativo.</a:t>
            </a:r>
            <a:endParaRPr/>
          </a:p>
          <a:p>
            <a:pPr indent="-457200" lvl="1" marL="927100" marR="0" rtl="0" algn="l"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⮚"/>
            </a:pPr>
            <a:r>
              <a:rPr b="0" i="0" lang="es-E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Comienza con cada punto siendo su propio clúster.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2"/>
          <p:cNvSpPr txBox="1"/>
          <p:nvPr/>
        </p:nvSpPr>
        <p:spPr>
          <a:xfrm>
            <a:off x="99822" y="6590792"/>
            <a:ext cx="33013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https://en.wikipedia.org/wiki/Hierarchical_clustering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7" name="Google Shape;74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811" y="3461791"/>
            <a:ext cx="2957957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631" y="3687445"/>
            <a:ext cx="399271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1965" y="3688969"/>
            <a:ext cx="420995" cy="33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377" y="3657346"/>
            <a:ext cx="402957" cy="36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08008" y="3681348"/>
            <a:ext cx="389255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41317" y="3692652"/>
            <a:ext cx="419039" cy="346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37801" y="3626230"/>
            <a:ext cx="440817" cy="4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3"/>
          <p:cNvSpPr txBox="1"/>
          <p:nvPr>
            <p:ph type="title"/>
          </p:nvPr>
        </p:nvSpPr>
        <p:spPr>
          <a:xfrm>
            <a:off x="688340" y="366553"/>
            <a:ext cx="1081532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Agrupación aglomerativa (de abajo hacia arriba)</a:t>
            </a:r>
            <a:endParaRPr/>
          </a:p>
        </p:txBody>
      </p:sp>
      <p:sp>
        <p:nvSpPr>
          <p:cNvPr id="759" name="Google Shape;759;p43"/>
          <p:cNvSpPr txBox="1"/>
          <p:nvPr/>
        </p:nvSpPr>
        <p:spPr>
          <a:xfrm>
            <a:off x="688340" y="1284580"/>
            <a:ext cx="9881235" cy="1725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jerárquico más común: clustering aglomerativo.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Comienza con cada punto siendo su propio clúster.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paso se fusionan los dos clústeres "más cercanos".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3"/>
          <p:cNvSpPr txBox="1"/>
          <p:nvPr/>
        </p:nvSpPr>
        <p:spPr>
          <a:xfrm>
            <a:off x="99822" y="6590792"/>
            <a:ext cx="33013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https://en.wikipedia.org/wiki/Hierarchical_clustering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1" name="Google Shape;7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811" y="3461791"/>
            <a:ext cx="2957957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631" y="3687445"/>
            <a:ext cx="399271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1965" y="3688969"/>
            <a:ext cx="420995" cy="33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377" y="3657346"/>
            <a:ext cx="402957" cy="36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37801" y="3626230"/>
            <a:ext cx="440817" cy="4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08008" y="3681348"/>
            <a:ext cx="952348" cy="104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4"/>
          <p:cNvSpPr txBox="1"/>
          <p:nvPr>
            <p:ph type="title"/>
          </p:nvPr>
        </p:nvSpPr>
        <p:spPr>
          <a:xfrm>
            <a:off x="688340" y="366553"/>
            <a:ext cx="1081532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Agrupación aglomerativa (de abajo hacia arriba)</a:t>
            </a:r>
            <a:endParaRPr/>
          </a:p>
        </p:txBody>
      </p:sp>
      <p:sp>
        <p:nvSpPr>
          <p:cNvPr id="772" name="Google Shape;772;p44"/>
          <p:cNvSpPr txBox="1"/>
          <p:nvPr/>
        </p:nvSpPr>
        <p:spPr>
          <a:xfrm>
            <a:off x="688340" y="1284580"/>
            <a:ext cx="9881235" cy="1725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jerárquico más común: clustering aglomerativo.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Comienza con cada punto en su propio clúster.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paso se fusionan los dos clústeres "más cercanos".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4"/>
          <p:cNvSpPr txBox="1"/>
          <p:nvPr/>
        </p:nvSpPr>
        <p:spPr>
          <a:xfrm>
            <a:off x="99822" y="6590792"/>
            <a:ext cx="33013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https://en.wikipedia.org/wiki/Hierarchical_clustering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4" name="Google Shape;77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631" y="3687445"/>
            <a:ext cx="399271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9811" y="3461791"/>
            <a:ext cx="2957957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37801" y="3626230"/>
            <a:ext cx="440817" cy="4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08008" y="3681348"/>
            <a:ext cx="952348" cy="104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1965" y="3657346"/>
            <a:ext cx="977369" cy="1610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5"/>
          <p:cNvSpPr txBox="1"/>
          <p:nvPr>
            <p:ph type="title"/>
          </p:nvPr>
        </p:nvSpPr>
        <p:spPr>
          <a:xfrm>
            <a:off x="688340" y="366553"/>
            <a:ext cx="1081532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Agrupación aglomerativa (de abajo hacia arriba)</a:t>
            </a:r>
            <a:endParaRPr/>
          </a:p>
        </p:txBody>
      </p:sp>
      <p:sp>
        <p:nvSpPr>
          <p:cNvPr id="784" name="Google Shape;784;p45"/>
          <p:cNvSpPr txBox="1"/>
          <p:nvPr/>
        </p:nvSpPr>
        <p:spPr>
          <a:xfrm>
            <a:off x="688340" y="1284580"/>
            <a:ext cx="9881235" cy="1725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jerárquico más común: clustering aglomerativo.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Comienza con cada punto en su propio clúster.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paso se fusionan los dos clústeres "más cercanos".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5"/>
          <p:cNvSpPr txBox="1"/>
          <p:nvPr/>
        </p:nvSpPr>
        <p:spPr>
          <a:xfrm>
            <a:off x="99822" y="6590792"/>
            <a:ext cx="33013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https://en.wikipedia.org/wiki/Hierarchical_clustering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6" name="Google Shape;7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631" y="3687445"/>
            <a:ext cx="399271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9811" y="3461791"/>
            <a:ext cx="2957957" cy="29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8" name="Google Shape;788;p45"/>
          <p:cNvGrpSpPr/>
          <p:nvPr/>
        </p:nvGrpSpPr>
        <p:grpSpPr>
          <a:xfrm>
            <a:off x="8708008" y="3626230"/>
            <a:ext cx="1570609" cy="2151354"/>
            <a:chOff x="8708008" y="3626230"/>
            <a:chExt cx="1570609" cy="2151354"/>
          </a:xfrm>
        </p:grpSpPr>
        <p:pic>
          <p:nvPicPr>
            <p:cNvPr id="789" name="Google Shape;789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37800" y="3626230"/>
              <a:ext cx="440817" cy="425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0" name="Google Shape;790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08008" y="3681348"/>
              <a:ext cx="1494155" cy="20962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1" name="Google Shape;791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1965" y="3657346"/>
            <a:ext cx="977369" cy="1610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6"/>
          <p:cNvSpPr txBox="1"/>
          <p:nvPr>
            <p:ph type="title"/>
          </p:nvPr>
        </p:nvSpPr>
        <p:spPr>
          <a:xfrm>
            <a:off x="688340" y="366553"/>
            <a:ext cx="1081532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Agrupación aglomerativa (de abajo hacia arriba)</a:t>
            </a:r>
            <a:endParaRPr/>
          </a:p>
        </p:txBody>
      </p:sp>
      <p:sp>
        <p:nvSpPr>
          <p:cNvPr id="797" name="Google Shape;797;p46"/>
          <p:cNvSpPr txBox="1"/>
          <p:nvPr/>
        </p:nvSpPr>
        <p:spPr>
          <a:xfrm>
            <a:off x="688340" y="1284580"/>
            <a:ext cx="9881235" cy="1725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jerárquico más común: clustering aglomerativo.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Comienza con cada punto en su propio clúster.</a:t>
            </a:r>
            <a:endParaRPr/>
          </a:p>
          <a:p>
            <a:pPr indent="-514350" lvl="0" marL="52705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paso se fusionan los dos clústeres "más cercanos".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6"/>
          <p:cNvSpPr txBox="1"/>
          <p:nvPr/>
        </p:nvSpPr>
        <p:spPr>
          <a:xfrm>
            <a:off x="99822" y="6590792"/>
            <a:ext cx="33013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https://en.wikipedia.org/wiki/Hierarchical_clustering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9" name="Google Shape;79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631" y="3687445"/>
            <a:ext cx="399271" cy="3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9811" y="3461791"/>
            <a:ext cx="2957957" cy="29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1" name="Google Shape;801;p46"/>
          <p:cNvGrpSpPr/>
          <p:nvPr/>
        </p:nvGrpSpPr>
        <p:grpSpPr>
          <a:xfrm>
            <a:off x="7521965" y="3626230"/>
            <a:ext cx="2756653" cy="2998914"/>
            <a:chOff x="7521965" y="3626230"/>
            <a:chExt cx="2756653" cy="2998914"/>
          </a:xfrm>
        </p:grpSpPr>
        <p:pic>
          <p:nvPicPr>
            <p:cNvPr id="802" name="Google Shape;802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37801" y="3626230"/>
              <a:ext cx="440817" cy="425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3" name="Google Shape;803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1965" y="3657345"/>
              <a:ext cx="977369" cy="1610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4" name="Google Shape;804;p4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77403" y="3681348"/>
              <a:ext cx="2024761" cy="29437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7"/>
          <p:cNvSpPr txBox="1"/>
          <p:nvPr>
            <p:ph type="title"/>
          </p:nvPr>
        </p:nvSpPr>
        <p:spPr>
          <a:xfrm>
            <a:off x="688340" y="366553"/>
            <a:ext cx="11503660" cy="6892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Agrupación aglomerativa (de abajo hacia arriba)</a:t>
            </a:r>
            <a:endParaRPr/>
          </a:p>
        </p:txBody>
      </p:sp>
      <p:sp>
        <p:nvSpPr>
          <p:cNvPr id="810" name="Google Shape;810;p47"/>
          <p:cNvSpPr txBox="1"/>
          <p:nvPr/>
        </p:nvSpPr>
        <p:spPr>
          <a:xfrm>
            <a:off x="688340" y="1284580"/>
            <a:ext cx="9881235" cy="2302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jerárquico más común: clustering aglomerativo.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Comienza con cada punto en su propio clúster.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paso se fusionan los dos clusters "más cercanos".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E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termina con un gran cluster que tiene todos los puntos.</a:t>
            </a:r>
            <a:endParaRPr/>
          </a:p>
        </p:txBody>
      </p:sp>
      <p:sp>
        <p:nvSpPr>
          <p:cNvPr id="811" name="Google Shape;811;p47"/>
          <p:cNvSpPr txBox="1"/>
          <p:nvPr/>
        </p:nvSpPr>
        <p:spPr>
          <a:xfrm>
            <a:off x="99822" y="6590792"/>
            <a:ext cx="33013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https://en.wikipedia.org/wiki/Hierarchical_clustering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2" name="Google Shape;812;p47"/>
          <p:cNvGrpSpPr/>
          <p:nvPr/>
        </p:nvGrpSpPr>
        <p:grpSpPr>
          <a:xfrm>
            <a:off x="6953631" y="3626230"/>
            <a:ext cx="4778375" cy="3231765"/>
            <a:chOff x="6953631" y="3626230"/>
            <a:chExt cx="4778375" cy="3231765"/>
          </a:xfrm>
        </p:grpSpPr>
        <p:pic>
          <p:nvPicPr>
            <p:cNvPr id="813" name="Google Shape;813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53631" y="3687444"/>
              <a:ext cx="399271" cy="3670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36816" y="3657345"/>
              <a:ext cx="3165348" cy="320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837801" y="3626230"/>
              <a:ext cx="1882013" cy="3007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6" name="Google Shape;816;p47"/>
            <p:cNvSpPr/>
            <p:nvPr/>
          </p:nvSpPr>
          <p:spPr>
            <a:xfrm>
              <a:off x="11636629" y="5244972"/>
              <a:ext cx="19685" cy="18415"/>
            </a:xfrm>
            <a:custGeom>
              <a:rect b="b" l="l" r="r" t="t"/>
              <a:pathLst>
                <a:path extrusionOk="0" h="18414" w="19684">
                  <a:moveTo>
                    <a:pt x="12457" y="15239"/>
                  </a:moveTo>
                  <a:lnTo>
                    <a:pt x="10287" y="15239"/>
                  </a:lnTo>
                  <a:lnTo>
                    <a:pt x="6857" y="18160"/>
                  </a:lnTo>
                  <a:lnTo>
                    <a:pt x="9778" y="17271"/>
                  </a:lnTo>
                  <a:lnTo>
                    <a:pt x="12457" y="15239"/>
                  </a:lnTo>
                  <a:close/>
                </a:path>
                <a:path extrusionOk="0" h="18414" w="19684">
                  <a:moveTo>
                    <a:pt x="1678" y="7365"/>
                  </a:moveTo>
                  <a:lnTo>
                    <a:pt x="1397" y="7365"/>
                  </a:lnTo>
                  <a:lnTo>
                    <a:pt x="1016" y="8254"/>
                  </a:lnTo>
                  <a:lnTo>
                    <a:pt x="0" y="10159"/>
                  </a:lnTo>
                  <a:lnTo>
                    <a:pt x="0" y="15239"/>
                  </a:lnTo>
                  <a:lnTo>
                    <a:pt x="1143" y="17525"/>
                  </a:lnTo>
                  <a:lnTo>
                    <a:pt x="10287" y="15239"/>
                  </a:lnTo>
                  <a:lnTo>
                    <a:pt x="12457" y="15239"/>
                  </a:lnTo>
                  <a:lnTo>
                    <a:pt x="13462" y="14477"/>
                  </a:lnTo>
                  <a:lnTo>
                    <a:pt x="9525" y="14477"/>
                  </a:lnTo>
                  <a:lnTo>
                    <a:pt x="14301" y="9524"/>
                  </a:lnTo>
                  <a:lnTo>
                    <a:pt x="1524" y="9524"/>
                  </a:lnTo>
                  <a:lnTo>
                    <a:pt x="1678" y="7365"/>
                  </a:lnTo>
                  <a:close/>
                </a:path>
                <a:path extrusionOk="0" h="18414" w="19684">
                  <a:moveTo>
                    <a:pt x="16382" y="7365"/>
                  </a:moveTo>
                  <a:lnTo>
                    <a:pt x="9525" y="14477"/>
                  </a:lnTo>
                  <a:lnTo>
                    <a:pt x="16028" y="9373"/>
                  </a:lnTo>
                  <a:lnTo>
                    <a:pt x="16382" y="7365"/>
                  </a:lnTo>
                  <a:close/>
                </a:path>
                <a:path extrusionOk="0" h="18414" w="19684">
                  <a:moveTo>
                    <a:pt x="16028" y="9373"/>
                  </a:moveTo>
                  <a:lnTo>
                    <a:pt x="9525" y="14477"/>
                  </a:lnTo>
                  <a:lnTo>
                    <a:pt x="13462" y="14477"/>
                  </a:lnTo>
                  <a:lnTo>
                    <a:pt x="14731" y="12572"/>
                  </a:lnTo>
                  <a:lnTo>
                    <a:pt x="16001" y="9524"/>
                  </a:lnTo>
                  <a:lnTo>
                    <a:pt x="16028" y="9373"/>
                  </a:lnTo>
                  <a:close/>
                </a:path>
                <a:path extrusionOk="0" h="18414" w="19684">
                  <a:moveTo>
                    <a:pt x="15689" y="3074"/>
                  </a:moveTo>
                  <a:lnTo>
                    <a:pt x="1524" y="9524"/>
                  </a:lnTo>
                  <a:lnTo>
                    <a:pt x="14301" y="9524"/>
                  </a:lnTo>
                  <a:lnTo>
                    <a:pt x="16382" y="7365"/>
                  </a:lnTo>
                  <a:lnTo>
                    <a:pt x="18587" y="7365"/>
                  </a:lnTo>
                  <a:lnTo>
                    <a:pt x="19557" y="6603"/>
                  </a:lnTo>
                  <a:lnTo>
                    <a:pt x="15689" y="3074"/>
                  </a:lnTo>
                  <a:close/>
                </a:path>
                <a:path extrusionOk="0" h="18414" w="19684">
                  <a:moveTo>
                    <a:pt x="18587" y="7365"/>
                  </a:moveTo>
                  <a:lnTo>
                    <a:pt x="16382" y="7365"/>
                  </a:lnTo>
                  <a:lnTo>
                    <a:pt x="16028" y="9373"/>
                  </a:lnTo>
                  <a:lnTo>
                    <a:pt x="18587" y="7365"/>
                  </a:lnTo>
                  <a:close/>
                </a:path>
                <a:path extrusionOk="0" h="18414" w="19684">
                  <a:moveTo>
                    <a:pt x="1143" y="7873"/>
                  </a:moveTo>
                  <a:lnTo>
                    <a:pt x="952" y="8254"/>
                  </a:lnTo>
                  <a:lnTo>
                    <a:pt x="1143" y="7873"/>
                  </a:lnTo>
                  <a:close/>
                </a:path>
                <a:path extrusionOk="0" h="18414" w="19684">
                  <a:moveTo>
                    <a:pt x="1397" y="7365"/>
                  </a:moveTo>
                  <a:lnTo>
                    <a:pt x="1143" y="7873"/>
                  </a:lnTo>
                  <a:lnTo>
                    <a:pt x="1016" y="8254"/>
                  </a:lnTo>
                  <a:lnTo>
                    <a:pt x="1397" y="7365"/>
                  </a:lnTo>
                  <a:close/>
                </a:path>
                <a:path extrusionOk="0" h="18414" w="19684">
                  <a:moveTo>
                    <a:pt x="1777" y="5968"/>
                  </a:moveTo>
                  <a:lnTo>
                    <a:pt x="1143" y="7873"/>
                  </a:lnTo>
                  <a:lnTo>
                    <a:pt x="1397" y="7365"/>
                  </a:lnTo>
                  <a:lnTo>
                    <a:pt x="1678" y="7365"/>
                  </a:lnTo>
                  <a:lnTo>
                    <a:pt x="1777" y="5968"/>
                  </a:lnTo>
                  <a:close/>
                </a:path>
                <a:path extrusionOk="0" h="18414" w="19684">
                  <a:moveTo>
                    <a:pt x="12319" y="0"/>
                  </a:moveTo>
                  <a:lnTo>
                    <a:pt x="7620" y="3174"/>
                  </a:lnTo>
                  <a:lnTo>
                    <a:pt x="15661" y="3049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7" name="Google Shape;817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611573" y="5330189"/>
              <a:ext cx="120433" cy="1471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8" name="Google Shape;818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77904" y="3687444"/>
            <a:ext cx="2957957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7"/>
          <p:cNvSpPr txBox="1"/>
          <p:nvPr/>
        </p:nvSpPr>
        <p:spPr>
          <a:xfrm>
            <a:off x="10924285" y="6424676"/>
            <a:ext cx="9912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Animation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Clustering aglomerativo</a:t>
            </a:r>
            <a:endParaRPr/>
          </a:p>
        </p:txBody>
      </p:sp>
      <p:pic>
        <p:nvPicPr>
          <p:cNvPr id="825" name="Google Shape;825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086" y="1451438"/>
            <a:ext cx="9083827" cy="395512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48"/>
          <p:cNvSpPr txBox="1"/>
          <p:nvPr/>
        </p:nvSpPr>
        <p:spPr>
          <a:xfrm>
            <a:off x="3495502" y="5406561"/>
            <a:ext cx="60932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Empieza con todos los puntos en su propio clúster.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E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Fusiona con avidez los dos clústeres más similares.</a:t>
            </a:r>
            <a:endParaRPr b="0" i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Dendogramas</a:t>
            </a:r>
            <a:endParaRPr/>
          </a:p>
        </p:txBody>
      </p:sp>
      <p:pic>
        <p:nvPicPr>
          <p:cNvPr id="832" name="Google Shape;832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864" y="2313317"/>
            <a:ext cx="10280271" cy="3375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Criterio de vinculación </a:t>
            </a:r>
            <a:endParaRPr/>
          </a:p>
        </p:txBody>
      </p:sp>
      <p:pic>
        <p:nvPicPr>
          <p:cNvPr id="838" name="Google Shape;838;p50"/>
          <p:cNvPicPr preferRelativeResize="0"/>
          <p:nvPr/>
        </p:nvPicPr>
        <p:blipFill rotWithShape="1">
          <a:blip r:embed="rId3">
            <a:alphaModFix/>
          </a:blip>
          <a:srcRect b="0" l="0" r="0" t="5338"/>
          <a:stretch/>
        </p:blipFill>
        <p:spPr>
          <a:xfrm>
            <a:off x="458967" y="1334807"/>
            <a:ext cx="11583404" cy="2827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672" y="4778367"/>
            <a:ext cx="3962743" cy="1524132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50"/>
          <p:cNvSpPr txBox="1"/>
          <p:nvPr/>
        </p:nvSpPr>
        <p:spPr>
          <a:xfrm>
            <a:off x="5431817" y="3995678"/>
            <a:ext cx="609322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Enlace simple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Distancia mínima más pequeña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Vinculación media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Distancia media más pequeña entre todos los pares de los clusters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Enlace completo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Distancia máxima más pequeña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Ward (por defecto en sklearn)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menor aumento de la varianza dentro del clúster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Conduce a clusters de tamaño más equitativo.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Código </a:t>
            </a:r>
            <a:endParaRPr/>
          </a:p>
        </p:txBody>
      </p:sp>
      <p:pic>
        <p:nvPicPr>
          <p:cNvPr id="846" name="Google Shape;84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690688"/>
            <a:ext cx="4782217" cy="2924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648775"/>
            <a:ext cx="6716062" cy="3620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Ventajas y desventajas</a:t>
            </a:r>
            <a:endParaRPr/>
          </a:p>
        </p:txBody>
      </p:sp>
      <p:sp>
        <p:nvSpPr>
          <p:cNvPr id="853" name="Google Shape;853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Se puede restringir al gráfico de "topología" de entrada.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Rápido con conectividad escasa.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Algunos criterios de vinculación pueden llevar a tamaños de clústeres muy desequilibrados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agrupación jerárquica ofrece una visión más holística que la agrupación simple.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3"/>
          <p:cNvSpPr txBox="1"/>
          <p:nvPr>
            <p:ph type="title"/>
          </p:nvPr>
        </p:nvSpPr>
        <p:spPr>
          <a:xfrm>
            <a:off x="5000752" y="317245"/>
            <a:ext cx="2185035" cy="69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Resumen</a:t>
            </a:r>
            <a:endParaRPr/>
          </a:p>
        </p:txBody>
      </p:sp>
      <p:sp>
        <p:nvSpPr>
          <p:cNvPr id="859" name="Google Shape;859;p53"/>
          <p:cNvSpPr txBox="1"/>
          <p:nvPr/>
        </p:nvSpPr>
        <p:spPr>
          <a:xfrm>
            <a:off x="688340" y="1312671"/>
            <a:ext cx="9257030" cy="531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Forma de los clusters de K-means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el espacio en conjuntos convexos.	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Agrupación basada en la densidad: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"Expande" y "fusiona" regiones densas de puntos para encontrar clusters.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 sensible a la inicialización ni a los valores atípicos.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útil para encontrar clusters conectados no convexos.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Agrupación conjunta: combina múltiples agrupaciones.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funcionar bien, pero hay que tener en cuenta el cambio de etiquetas.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Agrupación jerárquica: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informativa que la agrupación fija.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Clustering aglomerativo: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estándar de clustering jerárquico.</a:t>
            </a:r>
            <a:endParaRPr/>
          </a:p>
          <a:p>
            <a:pPr indent="-342900" lvl="1" marL="812800" marR="0" rtl="0" algn="l"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punto comienza como un clúster, y los clústeres se fusionan secuencialmente.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2022-04-03T16:12:20Z</dcterms:created>
  <dc:creator>Mark William Schmidt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2022-04-03T00:00:00Z</vt:filetime>
  </property>
</Properties>
</file>